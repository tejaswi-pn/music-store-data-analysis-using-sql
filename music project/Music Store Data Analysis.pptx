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24"/>
  </p:notesMasterIdLst>
  <p:handoutMasterIdLst>
    <p:handoutMasterId r:id="rId25"/>
  </p:handoutMasterIdLst>
  <p:sldIdLst>
    <p:sldId id="312" r:id="rId2"/>
    <p:sldId id="313" r:id="rId3"/>
    <p:sldId id="314" r:id="rId4"/>
    <p:sldId id="334" r:id="rId5"/>
    <p:sldId id="327" r:id="rId6"/>
    <p:sldId id="257" r:id="rId7"/>
    <p:sldId id="258" r:id="rId8"/>
    <p:sldId id="335" r:id="rId9"/>
    <p:sldId id="317" r:id="rId10"/>
    <p:sldId id="318" r:id="rId11"/>
    <p:sldId id="319" r:id="rId12"/>
    <p:sldId id="320" r:id="rId13"/>
    <p:sldId id="321" r:id="rId14"/>
    <p:sldId id="322" r:id="rId15"/>
    <p:sldId id="323" r:id="rId16"/>
    <p:sldId id="324" r:id="rId17"/>
    <p:sldId id="326" r:id="rId18"/>
    <p:sldId id="325" r:id="rId19"/>
    <p:sldId id="262" r:id="rId20"/>
    <p:sldId id="329" r:id="rId21"/>
    <p:sldId id="330" r:id="rId22"/>
    <p:sldId id="333" r:id="rId23"/>
  </p:sldIdLst>
  <p:sldSz cx="9144000" cy="5143500" type="screen16x9"/>
  <p:notesSz cx="6858000" cy="9144000"/>
  <p:embeddedFontLst>
    <p:embeddedFont>
      <p:font typeface="Lato Black" panose="020F0502020204030203" pitchFamily="34" charset="0"/>
      <p:bold r:id="rId26"/>
      <p:boldItalic r:id="rId27"/>
    </p:embeddedFont>
    <p:embeddedFont>
      <p:font typeface="Palanquin Dark" panose="020B0604020202020204" charset="0"/>
      <p:regular r:id="rId28"/>
      <p:bold r:id="rId29"/>
    </p:embeddedFont>
    <p:embeddedFont>
      <p:font typeface="Roboto" panose="02000000000000000000" pitchFamily="2" charset="0"/>
      <p:regular r:id="rId30"/>
      <p:bold r:id="rId31"/>
      <p:italic r:id="rId32"/>
      <p:boldItalic r:id="rId33"/>
    </p:embeddedFont>
    <p:embeddedFont>
      <p:font typeface="Roboto Slab" pitchFamily="2" charset="0"/>
      <p:regular r:id="rId34"/>
      <p:bold r:id="rId35"/>
    </p:embeddedFont>
    <p:embeddedFont>
      <p:font typeface="Roboto Slab Medium" pitchFamily="2" charset="0"/>
      <p:regular r:id="rId36"/>
      <p:bold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B3C3BF-3849-41CD-AA31-3B580A034746}">
  <a:tblStyle styleId="{80B3C3BF-3849-41CD-AA31-3B580A03474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86" d="100"/>
          <a:sy n="86" d="100"/>
        </p:scale>
        <p:origin x="706"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9.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33" Type="http://schemas.openxmlformats.org/officeDocument/2006/relationships/font" Target="fonts/font8.fntdata"/><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8D32D5A-DFB7-573A-E3F8-52F26135111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8CBEDD08-2DD6-B63D-5F13-B62D6F70E25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6451180-1911-4015-825F-52F332FE1C5E}" type="datetimeFigureOut">
              <a:rPr lang="en-IN" smtClean="0"/>
              <a:t>19-08-2025</a:t>
            </a:fld>
            <a:endParaRPr lang="en-IN"/>
          </a:p>
        </p:txBody>
      </p:sp>
      <p:sp>
        <p:nvSpPr>
          <p:cNvPr id="4" name="Footer Placeholder 3">
            <a:extLst>
              <a:ext uri="{FF2B5EF4-FFF2-40B4-BE49-F238E27FC236}">
                <a16:creationId xmlns:a16="http://schemas.microsoft.com/office/drawing/2014/main" id="{38A0DC6F-3875-D5CA-4EC3-ACD2EFAF689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3832F55A-332F-DC6C-BB33-0DF022F9807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9D93AFD-BF0C-47F4-B2A4-365D03D642F0}" type="slidenum">
              <a:rPr lang="en-IN" smtClean="0"/>
              <a:t>‹#›</a:t>
            </a:fld>
            <a:endParaRPr lang="en-IN"/>
          </a:p>
        </p:txBody>
      </p:sp>
    </p:spTree>
    <p:extLst>
      <p:ext uri="{BB962C8B-B14F-4D97-AF65-F5344CB8AC3E}">
        <p14:creationId xmlns:p14="http://schemas.microsoft.com/office/powerpoint/2010/main" val="287740263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hf hdr="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85cf8b5f36_0_60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9" name="Google Shape;309;g85cf8b5f36_0_60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8794a74c9d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 name="Google Shape;315;g8794a74c9d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a:extLst>
            <a:ext uri="{FF2B5EF4-FFF2-40B4-BE49-F238E27FC236}">
              <a16:creationId xmlns:a16="http://schemas.microsoft.com/office/drawing/2014/main" id="{E466A155-DB2B-F534-644D-5B5AC8A4E1F3}"/>
            </a:ext>
          </a:extLst>
        </p:cNvPr>
        <p:cNvGrpSpPr/>
        <p:nvPr/>
      </p:nvGrpSpPr>
      <p:grpSpPr>
        <a:xfrm>
          <a:off x="0" y="0"/>
          <a:ext cx="0" cy="0"/>
          <a:chOff x="0" y="0"/>
          <a:chExt cx="0" cy="0"/>
        </a:xfrm>
      </p:grpSpPr>
      <p:sp>
        <p:nvSpPr>
          <p:cNvPr id="321" name="Google Shape;321;g877b642fd3_0_8:notes">
            <a:extLst>
              <a:ext uri="{FF2B5EF4-FFF2-40B4-BE49-F238E27FC236}">
                <a16:creationId xmlns:a16="http://schemas.microsoft.com/office/drawing/2014/main" id="{1FBB80B5-9B52-7D9B-A02C-D69D4F65944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 name="Google Shape;322;g877b642fd3_0_8:notes">
            <a:extLst>
              <a:ext uri="{FF2B5EF4-FFF2-40B4-BE49-F238E27FC236}">
                <a16:creationId xmlns:a16="http://schemas.microsoft.com/office/drawing/2014/main" id="{1DD36B4E-4801-28C4-1AEB-0C2AAC78619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797979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786c6a2033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786c6a2033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5"/>
        <p:cNvGrpSpPr/>
        <p:nvPr/>
      </p:nvGrpSpPr>
      <p:grpSpPr>
        <a:xfrm>
          <a:off x="0" y="0"/>
          <a:ext cx="0" cy="0"/>
          <a:chOff x="0" y="0"/>
          <a:chExt cx="0" cy="0"/>
        </a:xfrm>
      </p:grpSpPr>
      <p:sp>
        <p:nvSpPr>
          <p:cNvPr id="36" name="Google Shape;36;p4"/>
          <p:cNvSpPr txBox="1">
            <a:spLocks noGrp="1"/>
          </p:cNvSpPr>
          <p:nvPr>
            <p:ph type="body" idx="1"/>
          </p:nvPr>
        </p:nvSpPr>
        <p:spPr>
          <a:xfrm>
            <a:off x="720000" y="1112725"/>
            <a:ext cx="7155000" cy="3619800"/>
          </a:xfrm>
          <a:prstGeom prst="rect">
            <a:avLst/>
          </a:prstGeom>
        </p:spPr>
        <p:txBody>
          <a:bodyPr spcFirstLastPara="1" wrap="square" lIns="91425" tIns="91425" rIns="91425" bIns="91425" anchor="t" anchorCtr="0">
            <a:noAutofit/>
          </a:bodyPr>
          <a:lstStyle>
            <a:lvl1pPr marL="457200" lvl="0" indent="-304800">
              <a:lnSpc>
                <a:spcPct val="100000"/>
              </a:lnSpc>
              <a:spcBef>
                <a:spcPts val="0"/>
              </a:spcBef>
              <a:spcAft>
                <a:spcPts val="0"/>
              </a:spcAft>
              <a:buSzPts val="1200"/>
              <a:buChar char="■"/>
              <a:defRPr sz="1200"/>
            </a:lvl1pPr>
            <a:lvl2pPr marL="914400" lvl="1" indent="-304800">
              <a:lnSpc>
                <a:spcPct val="100000"/>
              </a:lnSpc>
              <a:spcBef>
                <a:spcPts val="1600"/>
              </a:spcBef>
              <a:spcAft>
                <a:spcPts val="0"/>
              </a:spcAft>
              <a:buSzPts val="1200"/>
              <a:buChar char="○"/>
              <a:defRPr sz="1200"/>
            </a:lvl2pPr>
            <a:lvl3pPr marL="1371600" lvl="2" indent="-304800">
              <a:lnSpc>
                <a:spcPct val="100000"/>
              </a:lnSpc>
              <a:spcBef>
                <a:spcPts val="1600"/>
              </a:spcBef>
              <a:spcAft>
                <a:spcPts val="0"/>
              </a:spcAft>
              <a:buSzPts val="1200"/>
              <a:buChar char="■"/>
              <a:defRPr sz="1200"/>
            </a:lvl3pPr>
            <a:lvl4pPr marL="1828800" lvl="3" indent="-304800">
              <a:lnSpc>
                <a:spcPct val="100000"/>
              </a:lnSpc>
              <a:spcBef>
                <a:spcPts val="1600"/>
              </a:spcBef>
              <a:spcAft>
                <a:spcPts val="0"/>
              </a:spcAft>
              <a:buSzPts val="1200"/>
              <a:buChar char="●"/>
              <a:defRPr sz="1200"/>
            </a:lvl4pPr>
            <a:lvl5pPr marL="2286000" lvl="4" indent="-304800">
              <a:lnSpc>
                <a:spcPct val="100000"/>
              </a:lnSpc>
              <a:spcBef>
                <a:spcPts val="1600"/>
              </a:spcBef>
              <a:spcAft>
                <a:spcPts val="0"/>
              </a:spcAft>
              <a:buSzPts val="1200"/>
              <a:buChar char="○"/>
              <a:defRPr sz="1200"/>
            </a:lvl5pPr>
            <a:lvl6pPr marL="2743200" lvl="5" indent="-304800">
              <a:lnSpc>
                <a:spcPct val="100000"/>
              </a:lnSpc>
              <a:spcBef>
                <a:spcPts val="1600"/>
              </a:spcBef>
              <a:spcAft>
                <a:spcPts val="0"/>
              </a:spcAft>
              <a:buSzPts val="1200"/>
              <a:buChar char="■"/>
              <a:defRPr sz="1200"/>
            </a:lvl6pPr>
            <a:lvl7pPr marL="3200400" lvl="6" indent="-304800">
              <a:lnSpc>
                <a:spcPct val="100000"/>
              </a:lnSpc>
              <a:spcBef>
                <a:spcPts val="1600"/>
              </a:spcBef>
              <a:spcAft>
                <a:spcPts val="0"/>
              </a:spcAft>
              <a:buSzPts val="1200"/>
              <a:buChar char="●"/>
              <a:defRPr sz="1200"/>
            </a:lvl7pPr>
            <a:lvl8pPr marL="3657600" lvl="7" indent="-304800">
              <a:lnSpc>
                <a:spcPct val="100000"/>
              </a:lnSpc>
              <a:spcBef>
                <a:spcPts val="1600"/>
              </a:spcBef>
              <a:spcAft>
                <a:spcPts val="0"/>
              </a:spcAft>
              <a:buSzPts val="1200"/>
              <a:buChar char="○"/>
              <a:defRPr sz="1200"/>
            </a:lvl8pPr>
            <a:lvl9pPr marL="4114800" lvl="8" indent="-304800">
              <a:lnSpc>
                <a:spcPct val="100000"/>
              </a:lnSpc>
              <a:spcBef>
                <a:spcPts val="1600"/>
              </a:spcBef>
              <a:spcAft>
                <a:spcPts val="1600"/>
              </a:spcAft>
              <a:buSzPts val="1200"/>
              <a:buChar char="■"/>
              <a:defRPr sz="1200"/>
            </a:lvl9pPr>
          </a:lstStyle>
          <a:p>
            <a:endParaRPr/>
          </a:p>
        </p:txBody>
      </p:sp>
      <p:sp>
        <p:nvSpPr>
          <p:cNvPr id="37" name="Google Shape;37;p4"/>
          <p:cNvSpPr txBox="1">
            <a:spLocks noGrp="1"/>
          </p:cNvSpPr>
          <p:nvPr>
            <p:ph type="title"/>
          </p:nvPr>
        </p:nvSpPr>
        <p:spPr>
          <a:xfrm>
            <a:off x="720000" y="387600"/>
            <a:ext cx="7704000" cy="612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algn="l" rtl="0">
              <a:spcBef>
                <a:spcPts val="0"/>
              </a:spcBef>
              <a:spcAft>
                <a:spcPts val="0"/>
              </a:spcAft>
              <a:buSzPts val="3000"/>
              <a:buFont typeface="Palanquin Dark"/>
              <a:buNone/>
              <a:defRPr>
                <a:latin typeface="Palanquin Dark"/>
                <a:ea typeface="Palanquin Dark"/>
                <a:cs typeface="Palanquin Dark"/>
                <a:sym typeface="Palanquin Dark"/>
              </a:defRPr>
            </a:lvl2pPr>
            <a:lvl3pPr lvl="2" algn="l" rtl="0">
              <a:spcBef>
                <a:spcPts val="0"/>
              </a:spcBef>
              <a:spcAft>
                <a:spcPts val="0"/>
              </a:spcAft>
              <a:buSzPts val="3000"/>
              <a:buFont typeface="Palanquin Dark"/>
              <a:buNone/>
              <a:defRPr>
                <a:latin typeface="Palanquin Dark"/>
                <a:ea typeface="Palanquin Dark"/>
                <a:cs typeface="Palanquin Dark"/>
                <a:sym typeface="Palanquin Dark"/>
              </a:defRPr>
            </a:lvl3pPr>
            <a:lvl4pPr lvl="3" algn="l" rtl="0">
              <a:spcBef>
                <a:spcPts val="0"/>
              </a:spcBef>
              <a:spcAft>
                <a:spcPts val="0"/>
              </a:spcAft>
              <a:buSzPts val="3000"/>
              <a:buFont typeface="Palanquin Dark"/>
              <a:buNone/>
              <a:defRPr>
                <a:latin typeface="Palanquin Dark"/>
                <a:ea typeface="Palanquin Dark"/>
                <a:cs typeface="Palanquin Dark"/>
                <a:sym typeface="Palanquin Dark"/>
              </a:defRPr>
            </a:lvl4pPr>
            <a:lvl5pPr lvl="4" algn="l" rtl="0">
              <a:spcBef>
                <a:spcPts val="0"/>
              </a:spcBef>
              <a:spcAft>
                <a:spcPts val="0"/>
              </a:spcAft>
              <a:buSzPts val="3000"/>
              <a:buFont typeface="Palanquin Dark"/>
              <a:buNone/>
              <a:defRPr>
                <a:latin typeface="Palanquin Dark"/>
                <a:ea typeface="Palanquin Dark"/>
                <a:cs typeface="Palanquin Dark"/>
                <a:sym typeface="Palanquin Dark"/>
              </a:defRPr>
            </a:lvl5pPr>
            <a:lvl6pPr lvl="5" algn="l" rtl="0">
              <a:spcBef>
                <a:spcPts val="0"/>
              </a:spcBef>
              <a:spcAft>
                <a:spcPts val="0"/>
              </a:spcAft>
              <a:buSzPts val="3000"/>
              <a:buFont typeface="Palanquin Dark"/>
              <a:buNone/>
              <a:defRPr>
                <a:latin typeface="Palanquin Dark"/>
                <a:ea typeface="Palanquin Dark"/>
                <a:cs typeface="Palanquin Dark"/>
                <a:sym typeface="Palanquin Dark"/>
              </a:defRPr>
            </a:lvl6pPr>
            <a:lvl7pPr lvl="6" algn="l" rtl="0">
              <a:spcBef>
                <a:spcPts val="0"/>
              </a:spcBef>
              <a:spcAft>
                <a:spcPts val="0"/>
              </a:spcAft>
              <a:buSzPts val="3000"/>
              <a:buFont typeface="Palanquin Dark"/>
              <a:buNone/>
              <a:defRPr>
                <a:latin typeface="Palanquin Dark"/>
                <a:ea typeface="Palanquin Dark"/>
                <a:cs typeface="Palanquin Dark"/>
                <a:sym typeface="Palanquin Dark"/>
              </a:defRPr>
            </a:lvl7pPr>
            <a:lvl8pPr lvl="7" algn="l" rtl="0">
              <a:spcBef>
                <a:spcPts val="0"/>
              </a:spcBef>
              <a:spcAft>
                <a:spcPts val="0"/>
              </a:spcAft>
              <a:buSzPts val="3000"/>
              <a:buFont typeface="Palanquin Dark"/>
              <a:buNone/>
              <a:defRPr>
                <a:latin typeface="Palanquin Dark"/>
                <a:ea typeface="Palanquin Dark"/>
                <a:cs typeface="Palanquin Dark"/>
                <a:sym typeface="Palanquin Dark"/>
              </a:defRPr>
            </a:lvl8pPr>
            <a:lvl9pPr lvl="8" algn="l" rtl="0">
              <a:spcBef>
                <a:spcPts val="0"/>
              </a:spcBef>
              <a:spcAft>
                <a:spcPts val="0"/>
              </a:spcAft>
              <a:buSzPts val="3000"/>
              <a:buFont typeface="Palanquin Dark"/>
              <a:buNone/>
              <a:defRPr>
                <a:latin typeface="Palanquin Dark"/>
                <a:ea typeface="Palanquin Dark"/>
                <a:cs typeface="Palanquin Dark"/>
                <a:sym typeface="Palanquin Dark"/>
              </a:defRPr>
            </a:lvl9pPr>
          </a:lstStyle>
          <a:p>
            <a:endParaRPr/>
          </a:p>
        </p:txBody>
      </p:sp>
      <p:grpSp>
        <p:nvGrpSpPr>
          <p:cNvPr id="38" name="Google Shape;38;p4"/>
          <p:cNvGrpSpPr/>
          <p:nvPr/>
        </p:nvGrpSpPr>
        <p:grpSpPr>
          <a:xfrm>
            <a:off x="8052666" y="539548"/>
            <a:ext cx="371325" cy="4064402"/>
            <a:chOff x="8238341" y="539998"/>
            <a:chExt cx="371325" cy="4064402"/>
          </a:xfrm>
        </p:grpSpPr>
        <p:sp>
          <p:nvSpPr>
            <p:cNvPr id="39" name="Google Shape;39;p4"/>
            <p:cNvSpPr/>
            <p:nvPr/>
          </p:nvSpPr>
          <p:spPr>
            <a:xfrm>
              <a:off x="8354654" y="4137566"/>
              <a:ext cx="138700" cy="118650"/>
            </a:xfrm>
            <a:custGeom>
              <a:avLst/>
              <a:gdLst/>
              <a:ahLst/>
              <a:cxnLst/>
              <a:rect l="l" t="t" r="r" b="b"/>
              <a:pathLst>
                <a:path w="5548" h="4746" extrusionOk="0">
                  <a:moveTo>
                    <a:pt x="0" y="4746"/>
                  </a:moveTo>
                  <a:lnTo>
                    <a:pt x="2778" y="0"/>
                  </a:lnTo>
                  <a:lnTo>
                    <a:pt x="5548" y="474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4"/>
            <p:cNvSpPr/>
            <p:nvPr/>
          </p:nvSpPr>
          <p:spPr>
            <a:xfrm>
              <a:off x="8354654" y="4485725"/>
              <a:ext cx="138700" cy="118675"/>
            </a:xfrm>
            <a:custGeom>
              <a:avLst/>
              <a:gdLst/>
              <a:ahLst/>
              <a:cxnLst/>
              <a:rect l="l" t="t" r="r" b="b"/>
              <a:pathLst>
                <a:path w="5548" h="4747" extrusionOk="0">
                  <a:moveTo>
                    <a:pt x="0" y="4746"/>
                  </a:moveTo>
                  <a:lnTo>
                    <a:pt x="2778" y="1"/>
                  </a:lnTo>
                  <a:lnTo>
                    <a:pt x="5548" y="474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1" name="Google Shape;41;p4"/>
            <p:cNvCxnSpPr/>
            <p:nvPr/>
          </p:nvCxnSpPr>
          <p:spPr>
            <a:xfrm>
              <a:off x="8424004" y="1140857"/>
              <a:ext cx="0" cy="2767200"/>
            </a:xfrm>
            <a:prstGeom prst="straightConnector1">
              <a:avLst/>
            </a:prstGeom>
            <a:noFill/>
            <a:ln w="9525" cap="flat" cmpd="sng">
              <a:solidFill>
                <a:schemeClr val="dk1"/>
              </a:solidFill>
              <a:prstDash val="solid"/>
              <a:round/>
              <a:headEnd type="none" w="med" len="med"/>
              <a:tailEnd type="none" w="med" len="med"/>
            </a:ln>
          </p:spPr>
        </p:cxnSp>
        <p:sp>
          <p:nvSpPr>
            <p:cNvPr id="42" name="Google Shape;42;p4"/>
            <p:cNvSpPr/>
            <p:nvPr/>
          </p:nvSpPr>
          <p:spPr>
            <a:xfrm>
              <a:off x="8238341" y="539998"/>
              <a:ext cx="371325" cy="371350"/>
            </a:xfrm>
            <a:custGeom>
              <a:avLst/>
              <a:gdLst/>
              <a:ahLst/>
              <a:cxnLst/>
              <a:rect l="l" t="t" r="r" b="b"/>
              <a:pathLst>
                <a:path w="14853" h="14854" extrusionOk="0">
                  <a:moveTo>
                    <a:pt x="0" y="14223"/>
                  </a:moveTo>
                  <a:lnTo>
                    <a:pt x="14223" y="1"/>
                  </a:lnTo>
                  <a:lnTo>
                    <a:pt x="14853" y="1"/>
                  </a:lnTo>
                  <a:lnTo>
                    <a:pt x="0" y="14853"/>
                  </a:lnTo>
                  <a:close/>
                  <a:moveTo>
                    <a:pt x="12025" y="1"/>
                  </a:moveTo>
                  <a:lnTo>
                    <a:pt x="12648" y="1"/>
                  </a:lnTo>
                  <a:lnTo>
                    <a:pt x="0" y="12649"/>
                  </a:lnTo>
                  <a:lnTo>
                    <a:pt x="0" y="12026"/>
                  </a:lnTo>
                  <a:close/>
                  <a:moveTo>
                    <a:pt x="9799" y="1"/>
                  </a:moveTo>
                  <a:lnTo>
                    <a:pt x="10422" y="1"/>
                  </a:lnTo>
                  <a:lnTo>
                    <a:pt x="0" y="10423"/>
                  </a:lnTo>
                  <a:lnTo>
                    <a:pt x="0" y="9800"/>
                  </a:lnTo>
                  <a:close/>
                  <a:moveTo>
                    <a:pt x="7573" y="1"/>
                  </a:moveTo>
                  <a:lnTo>
                    <a:pt x="8196" y="1"/>
                  </a:lnTo>
                  <a:lnTo>
                    <a:pt x="0" y="8196"/>
                  </a:lnTo>
                  <a:lnTo>
                    <a:pt x="0" y="7574"/>
                  </a:lnTo>
                  <a:close/>
                  <a:moveTo>
                    <a:pt x="5347" y="1"/>
                  </a:moveTo>
                  <a:lnTo>
                    <a:pt x="5970" y="1"/>
                  </a:lnTo>
                  <a:lnTo>
                    <a:pt x="0" y="5970"/>
                  </a:lnTo>
                  <a:lnTo>
                    <a:pt x="0" y="5348"/>
                  </a:lnTo>
                  <a:close/>
                  <a:moveTo>
                    <a:pt x="3085" y="1"/>
                  </a:moveTo>
                  <a:lnTo>
                    <a:pt x="3708" y="1"/>
                  </a:lnTo>
                  <a:lnTo>
                    <a:pt x="0" y="3709"/>
                  </a:lnTo>
                  <a:lnTo>
                    <a:pt x="0" y="3086"/>
                  </a:lnTo>
                  <a:close/>
                  <a:moveTo>
                    <a:pt x="888" y="1"/>
                  </a:moveTo>
                  <a:lnTo>
                    <a:pt x="1510" y="1"/>
                  </a:lnTo>
                  <a:lnTo>
                    <a:pt x="0" y="1511"/>
                  </a:lnTo>
                  <a:lnTo>
                    <a:pt x="0" y="888"/>
                  </a:lnTo>
                  <a:close/>
                  <a:moveTo>
                    <a:pt x="1747" y="14853"/>
                  </a:moveTo>
                  <a:lnTo>
                    <a:pt x="14853" y="1747"/>
                  </a:lnTo>
                  <a:lnTo>
                    <a:pt x="14853" y="2377"/>
                  </a:lnTo>
                  <a:lnTo>
                    <a:pt x="2377" y="14853"/>
                  </a:lnTo>
                  <a:close/>
                  <a:moveTo>
                    <a:pt x="4123" y="14853"/>
                  </a:moveTo>
                  <a:lnTo>
                    <a:pt x="14853" y="4124"/>
                  </a:lnTo>
                  <a:lnTo>
                    <a:pt x="14853" y="4746"/>
                  </a:lnTo>
                  <a:lnTo>
                    <a:pt x="4753" y="14853"/>
                  </a:lnTo>
                  <a:close/>
                  <a:moveTo>
                    <a:pt x="6514" y="14853"/>
                  </a:moveTo>
                  <a:lnTo>
                    <a:pt x="14853" y="6514"/>
                  </a:lnTo>
                  <a:lnTo>
                    <a:pt x="14853" y="7144"/>
                  </a:lnTo>
                  <a:lnTo>
                    <a:pt x="7144" y="14853"/>
                  </a:lnTo>
                  <a:close/>
                  <a:moveTo>
                    <a:pt x="8890" y="14853"/>
                  </a:moveTo>
                  <a:lnTo>
                    <a:pt x="14853" y="8891"/>
                  </a:lnTo>
                  <a:lnTo>
                    <a:pt x="14853" y="9521"/>
                  </a:lnTo>
                  <a:lnTo>
                    <a:pt x="9520" y="14853"/>
                  </a:lnTo>
                  <a:close/>
                  <a:moveTo>
                    <a:pt x="11295" y="14853"/>
                  </a:moveTo>
                  <a:lnTo>
                    <a:pt x="14853" y="11303"/>
                  </a:lnTo>
                  <a:lnTo>
                    <a:pt x="14853" y="11926"/>
                  </a:lnTo>
                  <a:lnTo>
                    <a:pt x="11925" y="14853"/>
                  </a:lnTo>
                  <a:close/>
                  <a:moveTo>
                    <a:pt x="13679" y="14853"/>
                  </a:moveTo>
                  <a:lnTo>
                    <a:pt x="14853" y="13679"/>
                  </a:lnTo>
                  <a:lnTo>
                    <a:pt x="14853" y="14302"/>
                  </a:lnTo>
                  <a:lnTo>
                    <a:pt x="14302" y="14853"/>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9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ext ">
  <p:cSld name="CUSTOM_1">
    <p:spTree>
      <p:nvGrpSpPr>
        <p:cNvPr id="1" name="Shape 146"/>
        <p:cNvGrpSpPr/>
        <p:nvPr/>
      </p:nvGrpSpPr>
      <p:grpSpPr>
        <a:xfrm>
          <a:off x="0" y="0"/>
          <a:ext cx="0" cy="0"/>
          <a:chOff x="0" y="0"/>
          <a:chExt cx="0" cy="0"/>
        </a:xfrm>
      </p:grpSpPr>
      <p:sp>
        <p:nvSpPr>
          <p:cNvPr id="147" name="Google Shape;147;p16"/>
          <p:cNvSpPr txBox="1">
            <a:spLocks noGrp="1"/>
          </p:cNvSpPr>
          <p:nvPr>
            <p:ph type="title"/>
          </p:nvPr>
        </p:nvSpPr>
        <p:spPr>
          <a:xfrm>
            <a:off x="720000" y="1119700"/>
            <a:ext cx="6252900" cy="612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algn="l" rtl="0">
              <a:spcBef>
                <a:spcPts val="0"/>
              </a:spcBef>
              <a:spcAft>
                <a:spcPts val="0"/>
              </a:spcAft>
              <a:buSzPts val="3000"/>
              <a:buFont typeface="Palanquin Dark"/>
              <a:buNone/>
              <a:defRPr>
                <a:latin typeface="Palanquin Dark"/>
                <a:ea typeface="Palanquin Dark"/>
                <a:cs typeface="Palanquin Dark"/>
                <a:sym typeface="Palanquin Dark"/>
              </a:defRPr>
            </a:lvl2pPr>
            <a:lvl3pPr lvl="2" algn="l" rtl="0">
              <a:spcBef>
                <a:spcPts val="0"/>
              </a:spcBef>
              <a:spcAft>
                <a:spcPts val="0"/>
              </a:spcAft>
              <a:buSzPts val="3000"/>
              <a:buFont typeface="Palanquin Dark"/>
              <a:buNone/>
              <a:defRPr>
                <a:latin typeface="Palanquin Dark"/>
                <a:ea typeface="Palanquin Dark"/>
                <a:cs typeface="Palanquin Dark"/>
                <a:sym typeface="Palanquin Dark"/>
              </a:defRPr>
            </a:lvl3pPr>
            <a:lvl4pPr lvl="3" algn="l" rtl="0">
              <a:spcBef>
                <a:spcPts val="0"/>
              </a:spcBef>
              <a:spcAft>
                <a:spcPts val="0"/>
              </a:spcAft>
              <a:buSzPts val="3000"/>
              <a:buFont typeface="Palanquin Dark"/>
              <a:buNone/>
              <a:defRPr>
                <a:latin typeface="Palanquin Dark"/>
                <a:ea typeface="Palanquin Dark"/>
                <a:cs typeface="Palanquin Dark"/>
                <a:sym typeface="Palanquin Dark"/>
              </a:defRPr>
            </a:lvl4pPr>
            <a:lvl5pPr lvl="4" algn="l" rtl="0">
              <a:spcBef>
                <a:spcPts val="0"/>
              </a:spcBef>
              <a:spcAft>
                <a:spcPts val="0"/>
              </a:spcAft>
              <a:buSzPts val="3000"/>
              <a:buFont typeface="Palanquin Dark"/>
              <a:buNone/>
              <a:defRPr>
                <a:latin typeface="Palanquin Dark"/>
                <a:ea typeface="Palanquin Dark"/>
                <a:cs typeface="Palanquin Dark"/>
                <a:sym typeface="Palanquin Dark"/>
              </a:defRPr>
            </a:lvl5pPr>
            <a:lvl6pPr lvl="5" algn="l" rtl="0">
              <a:spcBef>
                <a:spcPts val="0"/>
              </a:spcBef>
              <a:spcAft>
                <a:spcPts val="0"/>
              </a:spcAft>
              <a:buSzPts val="3000"/>
              <a:buFont typeface="Palanquin Dark"/>
              <a:buNone/>
              <a:defRPr>
                <a:latin typeface="Palanquin Dark"/>
                <a:ea typeface="Palanquin Dark"/>
                <a:cs typeface="Palanquin Dark"/>
                <a:sym typeface="Palanquin Dark"/>
              </a:defRPr>
            </a:lvl6pPr>
            <a:lvl7pPr lvl="6" algn="l" rtl="0">
              <a:spcBef>
                <a:spcPts val="0"/>
              </a:spcBef>
              <a:spcAft>
                <a:spcPts val="0"/>
              </a:spcAft>
              <a:buSzPts val="3000"/>
              <a:buFont typeface="Palanquin Dark"/>
              <a:buNone/>
              <a:defRPr>
                <a:latin typeface="Palanquin Dark"/>
                <a:ea typeface="Palanquin Dark"/>
                <a:cs typeface="Palanquin Dark"/>
                <a:sym typeface="Palanquin Dark"/>
              </a:defRPr>
            </a:lvl7pPr>
            <a:lvl8pPr lvl="7" algn="l" rtl="0">
              <a:spcBef>
                <a:spcPts val="0"/>
              </a:spcBef>
              <a:spcAft>
                <a:spcPts val="0"/>
              </a:spcAft>
              <a:buSzPts val="3000"/>
              <a:buFont typeface="Palanquin Dark"/>
              <a:buNone/>
              <a:defRPr>
                <a:latin typeface="Palanquin Dark"/>
                <a:ea typeface="Palanquin Dark"/>
                <a:cs typeface="Palanquin Dark"/>
                <a:sym typeface="Palanquin Dark"/>
              </a:defRPr>
            </a:lvl8pPr>
            <a:lvl9pPr lvl="8" algn="l" rtl="0">
              <a:spcBef>
                <a:spcPts val="0"/>
              </a:spcBef>
              <a:spcAft>
                <a:spcPts val="0"/>
              </a:spcAft>
              <a:buSzPts val="3000"/>
              <a:buFont typeface="Palanquin Dark"/>
              <a:buNone/>
              <a:defRPr>
                <a:latin typeface="Palanquin Dark"/>
                <a:ea typeface="Palanquin Dark"/>
                <a:cs typeface="Palanquin Dark"/>
                <a:sym typeface="Palanquin Dark"/>
              </a:defRPr>
            </a:lvl9pPr>
          </a:lstStyle>
          <a:p>
            <a:endParaRPr/>
          </a:p>
        </p:txBody>
      </p:sp>
      <p:sp>
        <p:nvSpPr>
          <p:cNvPr id="148" name="Google Shape;148;p16"/>
          <p:cNvSpPr txBox="1">
            <a:spLocks noGrp="1"/>
          </p:cNvSpPr>
          <p:nvPr>
            <p:ph type="body" idx="1"/>
          </p:nvPr>
        </p:nvSpPr>
        <p:spPr>
          <a:xfrm>
            <a:off x="720000" y="1816893"/>
            <a:ext cx="5340600" cy="2146200"/>
          </a:xfrm>
          <a:prstGeom prst="rect">
            <a:avLst/>
          </a:prstGeom>
        </p:spPr>
        <p:txBody>
          <a:bodyPr spcFirstLastPara="1" wrap="square" lIns="91425" tIns="91425" rIns="91425" bIns="91425" anchor="t" anchorCtr="0">
            <a:noAutofit/>
          </a:bodyPr>
          <a:lstStyle>
            <a:lvl1pPr marL="457200" lvl="0" indent="-330200" rtl="0">
              <a:spcBef>
                <a:spcPts val="0"/>
              </a:spcBef>
              <a:spcAft>
                <a:spcPts val="0"/>
              </a:spcAft>
              <a:buSzPts val="1600"/>
              <a:buChar char="■"/>
              <a:defRPr sz="1600"/>
            </a:lvl1pPr>
            <a:lvl2pPr marL="914400" lvl="1" indent="-330200" rtl="0">
              <a:spcBef>
                <a:spcPts val="0"/>
              </a:spcBef>
              <a:spcAft>
                <a:spcPts val="0"/>
              </a:spcAft>
              <a:buSzPts val="1600"/>
              <a:buChar char="○"/>
              <a:defRPr sz="1600"/>
            </a:lvl2pPr>
            <a:lvl3pPr marL="1371600" lvl="2" indent="-330200" rtl="0">
              <a:spcBef>
                <a:spcPts val="0"/>
              </a:spcBef>
              <a:spcAft>
                <a:spcPts val="0"/>
              </a:spcAft>
              <a:buSzPts val="1600"/>
              <a:buChar char="■"/>
              <a:defRPr sz="1600"/>
            </a:lvl3pPr>
            <a:lvl4pPr marL="1828800" lvl="3" indent="-330200" rtl="0">
              <a:spcBef>
                <a:spcPts val="0"/>
              </a:spcBef>
              <a:spcAft>
                <a:spcPts val="0"/>
              </a:spcAft>
              <a:buSzPts val="1600"/>
              <a:buChar char="●"/>
              <a:defRPr sz="1600"/>
            </a:lvl4pPr>
            <a:lvl5pPr marL="2286000" lvl="4" indent="-330200" rtl="0">
              <a:spcBef>
                <a:spcPts val="0"/>
              </a:spcBef>
              <a:spcAft>
                <a:spcPts val="0"/>
              </a:spcAft>
              <a:buSzPts val="1600"/>
              <a:buChar char="○"/>
              <a:defRPr sz="1600"/>
            </a:lvl5pPr>
            <a:lvl6pPr marL="2743200" lvl="5" indent="-330200" rtl="0">
              <a:spcBef>
                <a:spcPts val="0"/>
              </a:spcBef>
              <a:spcAft>
                <a:spcPts val="0"/>
              </a:spcAft>
              <a:buSzPts val="1600"/>
              <a:buChar char="■"/>
              <a:defRPr sz="1600"/>
            </a:lvl6pPr>
            <a:lvl7pPr marL="3200400" lvl="6" indent="-330200" rtl="0">
              <a:spcBef>
                <a:spcPts val="0"/>
              </a:spcBef>
              <a:spcAft>
                <a:spcPts val="0"/>
              </a:spcAft>
              <a:buSzPts val="1600"/>
              <a:buChar char="●"/>
              <a:defRPr sz="1600"/>
            </a:lvl7pPr>
            <a:lvl8pPr marL="3657600" lvl="7" indent="-330200" rtl="0">
              <a:spcBef>
                <a:spcPts val="0"/>
              </a:spcBef>
              <a:spcAft>
                <a:spcPts val="0"/>
              </a:spcAft>
              <a:buSzPts val="1600"/>
              <a:buChar char="○"/>
              <a:defRPr sz="1600"/>
            </a:lvl8pPr>
            <a:lvl9pPr marL="4114800" lvl="8" indent="-330200" rtl="0">
              <a:spcBef>
                <a:spcPts val="0"/>
              </a:spcBef>
              <a:spcAft>
                <a:spcPts val="0"/>
              </a:spcAft>
              <a:buSzPts val="1600"/>
              <a:buChar char="■"/>
              <a:defRPr sz="1600"/>
            </a:lvl9pPr>
          </a:lstStyle>
          <a:p>
            <a:endParaRPr/>
          </a:p>
        </p:txBody>
      </p:sp>
      <p:grpSp>
        <p:nvGrpSpPr>
          <p:cNvPr id="149" name="Google Shape;149;p16"/>
          <p:cNvGrpSpPr/>
          <p:nvPr/>
        </p:nvGrpSpPr>
        <p:grpSpPr>
          <a:xfrm>
            <a:off x="8052666" y="539992"/>
            <a:ext cx="371325" cy="4063516"/>
            <a:chOff x="8052666" y="539992"/>
            <a:chExt cx="371325" cy="4063516"/>
          </a:xfrm>
        </p:grpSpPr>
        <p:sp>
          <p:nvSpPr>
            <p:cNvPr id="150" name="Google Shape;150;p16"/>
            <p:cNvSpPr/>
            <p:nvPr/>
          </p:nvSpPr>
          <p:spPr>
            <a:xfrm>
              <a:off x="8168979" y="4177514"/>
              <a:ext cx="138700" cy="118675"/>
            </a:xfrm>
            <a:custGeom>
              <a:avLst/>
              <a:gdLst/>
              <a:ahLst/>
              <a:cxnLst/>
              <a:rect l="l" t="t" r="r" b="b"/>
              <a:pathLst>
                <a:path w="5548" h="4747" extrusionOk="0">
                  <a:moveTo>
                    <a:pt x="0" y="4746"/>
                  </a:moveTo>
                  <a:lnTo>
                    <a:pt x="2778" y="1"/>
                  </a:lnTo>
                  <a:lnTo>
                    <a:pt x="5548" y="474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6"/>
            <p:cNvSpPr/>
            <p:nvPr/>
          </p:nvSpPr>
          <p:spPr>
            <a:xfrm>
              <a:off x="8052666" y="2386075"/>
              <a:ext cx="371325" cy="371350"/>
            </a:xfrm>
            <a:custGeom>
              <a:avLst/>
              <a:gdLst/>
              <a:ahLst/>
              <a:cxnLst/>
              <a:rect l="l" t="t" r="r" b="b"/>
              <a:pathLst>
                <a:path w="14853" h="14854" extrusionOk="0">
                  <a:moveTo>
                    <a:pt x="0" y="14223"/>
                  </a:moveTo>
                  <a:lnTo>
                    <a:pt x="14223" y="1"/>
                  </a:lnTo>
                  <a:lnTo>
                    <a:pt x="14853" y="1"/>
                  </a:lnTo>
                  <a:lnTo>
                    <a:pt x="0" y="14853"/>
                  </a:lnTo>
                  <a:close/>
                  <a:moveTo>
                    <a:pt x="12025" y="1"/>
                  </a:moveTo>
                  <a:lnTo>
                    <a:pt x="12648" y="1"/>
                  </a:lnTo>
                  <a:lnTo>
                    <a:pt x="0" y="12649"/>
                  </a:lnTo>
                  <a:lnTo>
                    <a:pt x="0" y="12026"/>
                  </a:lnTo>
                  <a:close/>
                  <a:moveTo>
                    <a:pt x="9799" y="1"/>
                  </a:moveTo>
                  <a:lnTo>
                    <a:pt x="10422" y="1"/>
                  </a:lnTo>
                  <a:lnTo>
                    <a:pt x="0" y="10423"/>
                  </a:lnTo>
                  <a:lnTo>
                    <a:pt x="0" y="9800"/>
                  </a:lnTo>
                  <a:close/>
                  <a:moveTo>
                    <a:pt x="7573" y="1"/>
                  </a:moveTo>
                  <a:lnTo>
                    <a:pt x="8196" y="1"/>
                  </a:lnTo>
                  <a:lnTo>
                    <a:pt x="0" y="8196"/>
                  </a:lnTo>
                  <a:lnTo>
                    <a:pt x="0" y="7574"/>
                  </a:lnTo>
                  <a:close/>
                  <a:moveTo>
                    <a:pt x="5347" y="1"/>
                  </a:moveTo>
                  <a:lnTo>
                    <a:pt x="5970" y="1"/>
                  </a:lnTo>
                  <a:lnTo>
                    <a:pt x="0" y="5970"/>
                  </a:lnTo>
                  <a:lnTo>
                    <a:pt x="0" y="5348"/>
                  </a:lnTo>
                  <a:close/>
                  <a:moveTo>
                    <a:pt x="3085" y="1"/>
                  </a:moveTo>
                  <a:lnTo>
                    <a:pt x="3708" y="1"/>
                  </a:lnTo>
                  <a:lnTo>
                    <a:pt x="0" y="3709"/>
                  </a:lnTo>
                  <a:lnTo>
                    <a:pt x="0" y="3086"/>
                  </a:lnTo>
                  <a:close/>
                  <a:moveTo>
                    <a:pt x="888" y="1"/>
                  </a:moveTo>
                  <a:lnTo>
                    <a:pt x="1510" y="1"/>
                  </a:lnTo>
                  <a:lnTo>
                    <a:pt x="0" y="1511"/>
                  </a:lnTo>
                  <a:lnTo>
                    <a:pt x="0" y="888"/>
                  </a:lnTo>
                  <a:close/>
                  <a:moveTo>
                    <a:pt x="1747" y="14853"/>
                  </a:moveTo>
                  <a:lnTo>
                    <a:pt x="14853" y="1747"/>
                  </a:lnTo>
                  <a:lnTo>
                    <a:pt x="14853" y="2377"/>
                  </a:lnTo>
                  <a:lnTo>
                    <a:pt x="2377" y="14853"/>
                  </a:lnTo>
                  <a:close/>
                  <a:moveTo>
                    <a:pt x="4123" y="14853"/>
                  </a:moveTo>
                  <a:lnTo>
                    <a:pt x="14853" y="4124"/>
                  </a:lnTo>
                  <a:lnTo>
                    <a:pt x="14853" y="4746"/>
                  </a:lnTo>
                  <a:lnTo>
                    <a:pt x="4753" y="14853"/>
                  </a:lnTo>
                  <a:close/>
                  <a:moveTo>
                    <a:pt x="6514" y="14853"/>
                  </a:moveTo>
                  <a:lnTo>
                    <a:pt x="14853" y="6514"/>
                  </a:lnTo>
                  <a:lnTo>
                    <a:pt x="14853" y="7144"/>
                  </a:lnTo>
                  <a:lnTo>
                    <a:pt x="7144" y="14853"/>
                  </a:lnTo>
                  <a:close/>
                  <a:moveTo>
                    <a:pt x="8890" y="14853"/>
                  </a:moveTo>
                  <a:lnTo>
                    <a:pt x="14853" y="8891"/>
                  </a:lnTo>
                  <a:lnTo>
                    <a:pt x="14853" y="9521"/>
                  </a:lnTo>
                  <a:lnTo>
                    <a:pt x="9520" y="14853"/>
                  </a:lnTo>
                  <a:close/>
                  <a:moveTo>
                    <a:pt x="11295" y="14853"/>
                  </a:moveTo>
                  <a:lnTo>
                    <a:pt x="14853" y="11303"/>
                  </a:lnTo>
                  <a:lnTo>
                    <a:pt x="14853" y="11926"/>
                  </a:lnTo>
                  <a:lnTo>
                    <a:pt x="11925" y="14853"/>
                  </a:lnTo>
                  <a:close/>
                  <a:moveTo>
                    <a:pt x="13679" y="14853"/>
                  </a:moveTo>
                  <a:lnTo>
                    <a:pt x="14853" y="13679"/>
                  </a:lnTo>
                  <a:lnTo>
                    <a:pt x="14853" y="14302"/>
                  </a:lnTo>
                  <a:lnTo>
                    <a:pt x="14302" y="14853"/>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6"/>
            <p:cNvSpPr/>
            <p:nvPr/>
          </p:nvSpPr>
          <p:spPr>
            <a:xfrm rot="10800000">
              <a:off x="8168979" y="847311"/>
              <a:ext cx="138700" cy="118675"/>
            </a:xfrm>
            <a:custGeom>
              <a:avLst/>
              <a:gdLst/>
              <a:ahLst/>
              <a:cxnLst/>
              <a:rect l="l" t="t" r="r" b="b"/>
              <a:pathLst>
                <a:path w="5548" h="4747" extrusionOk="0">
                  <a:moveTo>
                    <a:pt x="0" y="4746"/>
                  </a:moveTo>
                  <a:lnTo>
                    <a:pt x="2778" y="1"/>
                  </a:lnTo>
                  <a:lnTo>
                    <a:pt x="5548" y="474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3" name="Google Shape;153;p16"/>
            <p:cNvCxnSpPr/>
            <p:nvPr/>
          </p:nvCxnSpPr>
          <p:spPr>
            <a:xfrm rot="10800000">
              <a:off x="8238329" y="1154631"/>
              <a:ext cx="0" cy="1042800"/>
            </a:xfrm>
            <a:prstGeom prst="straightConnector1">
              <a:avLst/>
            </a:prstGeom>
            <a:noFill/>
            <a:ln w="9525" cap="flat" cmpd="sng">
              <a:solidFill>
                <a:schemeClr val="dk1"/>
              </a:solidFill>
              <a:prstDash val="solid"/>
              <a:round/>
              <a:headEnd type="none" w="med" len="med"/>
              <a:tailEnd type="none" w="med" len="med"/>
            </a:ln>
          </p:spPr>
        </p:cxnSp>
        <p:cxnSp>
          <p:nvCxnSpPr>
            <p:cNvPr id="154" name="Google Shape;154;p16"/>
            <p:cNvCxnSpPr/>
            <p:nvPr/>
          </p:nvCxnSpPr>
          <p:spPr>
            <a:xfrm rot="10800000">
              <a:off x="8238329" y="2946069"/>
              <a:ext cx="0" cy="1042800"/>
            </a:xfrm>
            <a:prstGeom prst="straightConnector1">
              <a:avLst/>
            </a:prstGeom>
            <a:noFill/>
            <a:ln w="9525" cap="flat" cmpd="sng">
              <a:solidFill>
                <a:schemeClr val="dk1"/>
              </a:solidFill>
              <a:prstDash val="solid"/>
              <a:round/>
              <a:headEnd type="none" w="med" len="med"/>
              <a:tailEnd type="none" w="med" len="med"/>
            </a:ln>
          </p:spPr>
        </p:cxnSp>
        <p:sp>
          <p:nvSpPr>
            <p:cNvPr id="155" name="Google Shape;155;p16"/>
            <p:cNvSpPr/>
            <p:nvPr/>
          </p:nvSpPr>
          <p:spPr>
            <a:xfrm rot="10800000">
              <a:off x="8168979" y="539992"/>
              <a:ext cx="138700" cy="118675"/>
            </a:xfrm>
            <a:custGeom>
              <a:avLst/>
              <a:gdLst/>
              <a:ahLst/>
              <a:cxnLst/>
              <a:rect l="l" t="t" r="r" b="b"/>
              <a:pathLst>
                <a:path w="5548" h="4747" extrusionOk="0">
                  <a:moveTo>
                    <a:pt x="0" y="4746"/>
                  </a:moveTo>
                  <a:lnTo>
                    <a:pt x="2778" y="1"/>
                  </a:lnTo>
                  <a:lnTo>
                    <a:pt x="5548" y="474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6"/>
            <p:cNvSpPr/>
            <p:nvPr/>
          </p:nvSpPr>
          <p:spPr>
            <a:xfrm>
              <a:off x="8168979" y="4484833"/>
              <a:ext cx="138700" cy="118675"/>
            </a:xfrm>
            <a:custGeom>
              <a:avLst/>
              <a:gdLst/>
              <a:ahLst/>
              <a:cxnLst/>
              <a:rect l="l" t="t" r="r" b="b"/>
              <a:pathLst>
                <a:path w="5548" h="4747" extrusionOk="0">
                  <a:moveTo>
                    <a:pt x="0" y="4746"/>
                  </a:moveTo>
                  <a:lnTo>
                    <a:pt x="2778" y="1"/>
                  </a:lnTo>
                  <a:lnTo>
                    <a:pt x="5548" y="474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Quote">
  <p:cSld name="CUSTOM_16">
    <p:spTree>
      <p:nvGrpSpPr>
        <p:cNvPr id="1" name="Shape 243"/>
        <p:cNvGrpSpPr/>
        <p:nvPr/>
      </p:nvGrpSpPr>
      <p:grpSpPr>
        <a:xfrm>
          <a:off x="0" y="0"/>
          <a:ext cx="0" cy="0"/>
          <a:chOff x="0" y="0"/>
          <a:chExt cx="0" cy="0"/>
        </a:xfrm>
      </p:grpSpPr>
      <p:sp>
        <p:nvSpPr>
          <p:cNvPr id="244" name="Google Shape;244;p26"/>
          <p:cNvSpPr/>
          <p:nvPr/>
        </p:nvSpPr>
        <p:spPr>
          <a:xfrm>
            <a:off x="6024949" y="829442"/>
            <a:ext cx="2431960" cy="3484616"/>
          </a:xfrm>
          <a:custGeom>
            <a:avLst/>
            <a:gdLst/>
            <a:ahLst/>
            <a:cxnLst/>
            <a:rect l="l" t="t" r="r" b="b"/>
            <a:pathLst>
              <a:path w="20903" h="29952" extrusionOk="0">
                <a:moveTo>
                  <a:pt x="13341" y="1"/>
                </a:moveTo>
                <a:cubicBezTo>
                  <a:pt x="12875" y="1"/>
                  <a:pt x="12444" y="360"/>
                  <a:pt x="12444" y="898"/>
                </a:cubicBezTo>
                <a:lnTo>
                  <a:pt x="12444" y="20427"/>
                </a:lnTo>
                <a:cubicBezTo>
                  <a:pt x="11439" y="19745"/>
                  <a:pt x="10132" y="19376"/>
                  <a:pt x="8704" y="19376"/>
                </a:cubicBezTo>
                <a:cubicBezTo>
                  <a:pt x="7840" y="19376"/>
                  <a:pt x="6932" y="19511"/>
                  <a:pt x="6021" y="19794"/>
                </a:cubicBezTo>
                <a:cubicBezTo>
                  <a:pt x="2334" y="20888"/>
                  <a:pt x="0" y="23970"/>
                  <a:pt x="807" y="26678"/>
                </a:cubicBezTo>
                <a:cubicBezTo>
                  <a:pt x="1417" y="28727"/>
                  <a:pt x="3661" y="29951"/>
                  <a:pt x="6314" y="29951"/>
                </a:cubicBezTo>
                <a:cubicBezTo>
                  <a:pt x="7167" y="29951"/>
                  <a:pt x="8062" y="29825"/>
                  <a:pt x="8959" y="29558"/>
                </a:cubicBezTo>
                <a:cubicBezTo>
                  <a:pt x="12501" y="28464"/>
                  <a:pt x="14777" y="25583"/>
                  <a:pt x="14230" y="22991"/>
                </a:cubicBezTo>
                <a:lnTo>
                  <a:pt x="14230" y="4758"/>
                </a:lnTo>
                <a:cubicBezTo>
                  <a:pt x="14604" y="5046"/>
                  <a:pt x="14979" y="5334"/>
                  <a:pt x="15411" y="5536"/>
                </a:cubicBezTo>
                <a:cubicBezTo>
                  <a:pt x="17888" y="6832"/>
                  <a:pt x="19357" y="7667"/>
                  <a:pt x="18522" y="11527"/>
                </a:cubicBezTo>
                <a:cubicBezTo>
                  <a:pt x="18524" y="11556"/>
                  <a:pt x="18538" y="11569"/>
                  <a:pt x="18562" y="11569"/>
                </a:cubicBezTo>
                <a:cubicBezTo>
                  <a:pt x="18876" y="11569"/>
                  <a:pt x="20902" y="9225"/>
                  <a:pt x="20394" y="7005"/>
                </a:cubicBezTo>
                <a:cubicBezTo>
                  <a:pt x="19847" y="4614"/>
                  <a:pt x="18752" y="3980"/>
                  <a:pt x="16448" y="2972"/>
                </a:cubicBezTo>
                <a:cubicBezTo>
                  <a:pt x="15468" y="2540"/>
                  <a:pt x="14777" y="1532"/>
                  <a:pt x="14316" y="553"/>
                </a:cubicBezTo>
                <a:cubicBezTo>
                  <a:pt x="14230" y="380"/>
                  <a:pt x="14086" y="236"/>
                  <a:pt x="13884" y="178"/>
                </a:cubicBezTo>
                <a:cubicBezTo>
                  <a:pt x="13714" y="56"/>
                  <a:pt x="13525" y="1"/>
                  <a:pt x="133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26"/>
          <p:cNvSpPr txBox="1">
            <a:spLocks noGrp="1"/>
          </p:cNvSpPr>
          <p:nvPr>
            <p:ph type="title"/>
          </p:nvPr>
        </p:nvSpPr>
        <p:spPr>
          <a:xfrm>
            <a:off x="1455600" y="3613239"/>
            <a:ext cx="2825400" cy="4023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a:endParaRPr/>
          </a:p>
        </p:txBody>
      </p:sp>
      <p:sp>
        <p:nvSpPr>
          <p:cNvPr id="246" name="Google Shape;246;p26"/>
          <p:cNvSpPr txBox="1">
            <a:spLocks noGrp="1"/>
          </p:cNvSpPr>
          <p:nvPr>
            <p:ph type="subTitle" idx="1"/>
          </p:nvPr>
        </p:nvSpPr>
        <p:spPr>
          <a:xfrm>
            <a:off x="1455600" y="1474500"/>
            <a:ext cx="6232800" cy="21945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3000" b="1">
                <a:latin typeface="Roboto Slab"/>
                <a:ea typeface="Roboto Slab"/>
                <a:cs typeface="Roboto Slab"/>
                <a:sym typeface="Roboto Slab"/>
              </a:defRPr>
            </a:lvl1pPr>
            <a:lvl2pPr lvl="1" rtl="0">
              <a:spcBef>
                <a:spcPts val="0"/>
              </a:spcBef>
              <a:spcAft>
                <a:spcPts val="0"/>
              </a:spcAft>
              <a:buNone/>
              <a:defRPr sz="3000">
                <a:latin typeface="Roboto Slab"/>
                <a:ea typeface="Roboto Slab"/>
                <a:cs typeface="Roboto Slab"/>
                <a:sym typeface="Roboto Slab"/>
              </a:defRPr>
            </a:lvl2pPr>
            <a:lvl3pPr lvl="2" rtl="0">
              <a:spcBef>
                <a:spcPts val="0"/>
              </a:spcBef>
              <a:spcAft>
                <a:spcPts val="0"/>
              </a:spcAft>
              <a:buNone/>
              <a:defRPr sz="3000">
                <a:latin typeface="Roboto Slab"/>
                <a:ea typeface="Roboto Slab"/>
                <a:cs typeface="Roboto Slab"/>
                <a:sym typeface="Roboto Slab"/>
              </a:defRPr>
            </a:lvl3pPr>
            <a:lvl4pPr lvl="3" rtl="0">
              <a:spcBef>
                <a:spcPts val="0"/>
              </a:spcBef>
              <a:spcAft>
                <a:spcPts val="0"/>
              </a:spcAft>
              <a:buNone/>
              <a:defRPr sz="3000">
                <a:latin typeface="Roboto Slab"/>
                <a:ea typeface="Roboto Slab"/>
                <a:cs typeface="Roboto Slab"/>
                <a:sym typeface="Roboto Slab"/>
              </a:defRPr>
            </a:lvl4pPr>
            <a:lvl5pPr lvl="4" rtl="0">
              <a:spcBef>
                <a:spcPts val="0"/>
              </a:spcBef>
              <a:spcAft>
                <a:spcPts val="0"/>
              </a:spcAft>
              <a:buNone/>
              <a:defRPr sz="3000">
                <a:latin typeface="Roboto Slab"/>
                <a:ea typeface="Roboto Slab"/>
                <a:cs typeface="Roboto Slab"/>
                <a:sym typeface="Roboto Slab"/>
              </a:defRPr>
            </a:lvl5pPr>
            <a:lvl6pPr lvl="5" rtl="0">
              <a:spcBef>
                <a:spcPts val="0"/>
              </a:spcBef>
              <a:spcAft>
                <a:spcPts val="0"/>
              </a:spcAft>
              <a:buNone/>
              <a:defRPr sz="3000">
                <a:latin typeface="Roboto Slab"/>
                <a:ea typeface="Roboto Slab"/>
                <a:cs typeface="Roboto Slab"/>
                <a:sym typeface="Roboto Slab"/>
              </a:defRPr>
            </a:lvl6pPr>
            <a:lvl7pPr lvl="6" rtl="0">
              <a:spcBef>
                <a:spcPts val="0"/>
              </a:spcBef>
              <a:spcAft>
                <a:spcPts val="0"/>
              </a:spcAft>
              <a:buNone/>
              <a:defRPr sz="3000">
                <a:latin typeface="Roboto Slab"/>
                <a:ea typeface="Roboto Slab"/>
                <a:cs typeface="Roboto Slab"/>
                <a:sym typeface="Roboto Slab"/>
              </a:defRPr>
            </a:lvl7pPr>
            <a:lvl8pPr lvl="7" rtl="0">
              <a:spcBef>
                <a:spcPts val="0"/>
              </a:spcBef>
              <a:spcAft>
                <a:spcPts val="0"/>
              </a:spcAft>
              <a:buNone/>
              <a:defRPr sz="3000">
                <a:latin typeface="Roboto Slab"/>
                <a:ea typeface="Roboto Slab"/>
                <a:cs typeface="Roboto Slab"/>
                <a:sym typeface="Roboto Slab"/>
              </a:defRPr>
            </a:lvl8pPr>
            <a:lvl9pPr lvl="8" rtl="0">
              <a:spcBef>
                <a:spcPts val="0"/>
              </a:spcBef>
              <a:spcAft>
                <a:spcPts val="0"/>
              </a:spcAft>
              <a:buNone/>
              <a:defRPr sz="3000">
                <a:latin typeface="Roboto Slab"/>
                <a:ea typeface="Roboto Slab"/>
                <a:cs typeface="Roboto Slab"/>
                <a:sym typeface="Roboto Slab"/>
              </a:defRPr>
            </a:lvl9pPr>
          </a:lstStyle>
          <a:p>
            <a:endParaRPr/>
          </a:p>
        </p:txBody>
      </p:sp>
      <p:grpSp>
        <p:nvGrpSpPr>
          <p:cNvPr id="247" name="Google Shape;247;p26"/>
          <p:cNvGrpSpPr/>
          <p:nvPr/>
        </p:nvGrpSpPr>
        <p:grpSpPr>
          <a:xfrm>
            <a:off x="719991" y="829442"/>
            <a:ext cx="371325" cy="3484616"/>
            <a:chOff x="719991" y="829442"/>
            <a:chExt cx="371325" cy="3484616"/>
          </a:xfrm>
        </p:grpSpPr>
        <p:sp>
          <p:nvSpPr>
            <p:cNvPr id="248" name="Google Shape;248;p26"/>
            <p:cNvSpPr/>
            <p:nvPr/>
          </p:nvSpPr>
          <p:spPr>
            <a:xfrm>
              <a:off x="836304" y="4195383"/>
              <a:ext cx="138700" cy="118675"/>
            </a:xfrm>
            <a:custGeom>
              <a:avLst/>
              <a:gdLst/>
              <a:ahLst/>
              <a:cxnLst/>
              <a:rect l="l" t="t" r="r" b="b"/>
              <a:pathLst>
                <a:path w="5548" h="4747" extrusionOk="0">
                  <a:moveTo>
                    <a:pt x="0" y="4746"/>
                  </a:moveTo>
                  <a:lnTo>
                    <a:pt x="2778" y="1"/>
                  </a:lnTo>
                  <a:lnTo>
                    <a:pt x="5548" y="474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6"/>
            <p:cNvSpPr/>
            <p:nvPr/>
          </p:nvSpPr>
          <p:spPr>
            <a:xfrm>
              <a:off x="719991" y="2386075"/>
              <a:ext cx="371325" cy="371350"/>
            </a:xfrm>
            <a:custGeom>
              <a:avLst/>
              <a:gdLst/>
              <a:ahLst/>
              <a:cxnLst/>
              <a:rect l="l" t="t" r="r" b="b"/>
              <a:pathLst>
                <a:path w="14853" h="14854" extrusionOk="0">
                  <a:moveTo>
                    <a:pt x="0" y="14223"/>
                  </a:moveTo>
                  <a:lnTo>
                    <a:pt x="14223" y="1"/>
                  </a:lnTo>
                  <a:lnTo>
                    <a:pt x="14853" y="1"/>
                  </a:lnTo>
                  <a:lnTo>
                    <a:pt x="0" y="14853"/>
                  </a:lnTo>
                  <a:close/>
                  <a:moveTo>
                    <a:pt x="12025" y="1"/>
                  </a:moveTo>
                  <a:lnTo>
                    <a:pt x="12648" y="1"/>
                  </a:lnTo>
                  <a:lnTo>
                    <a:pt x="0" y="12649"/>
                  </a:lnTo>
                  <a:lnTo>
                    <a:pt x="0" y="12026"/>
                  </a:lnTo>
                  <a:close/>
                  <a:moveTo>
                    <a:pt x="9799" y="1"/>
                  </a:moveTo>
                  <a:lnTo>
                    <a:pt x="10422" y="1"/>
                  </a:lnTo>
                  <a:lnTo>
                    <a:pt x="0" y="10423"/>
                  </a:lnTo>
                  <a:lnTo>
                    <a:pt x="0" y="9800"/>
                  </a:lnTo>
                  <a:close/>
                  <a:moveTo>
                    <a:pt x="7573" y="1"/>
                  </a:moveTo>
                  <a:lnTo>
                    <a:pt x="8196" y="1"/>
                  </a:lnTo>
                  <a:lnTo>
                    <a:pt x="0" y="8196"/>
                  </a:lnTo>
                  <a:lnTo>
                    <a:pt x="0" y="7574"/>
                  </a:lnTo>
                  <a:close/>
                  <a:moveTo>
                    <a:pt x="5347" y="1"/>
                  </a:moveTo>
                  <a:lnTo>
                    <a:pt x="5970" y="1"/>
                  </a:lnTo>
                  <a:lnTo>
                    <a:pt x="0" y="5970"/>
                  </a:lnTo>
                  <a:lnTo>
                    <a:pt x="0" y="5348"/>
                  </a:lnTo>
                  <a:close/>
                  <a:moveTo>
                    <a:pt x="3085" y="1"/>
                  </a:moveTo>
                  <a:lnTo>
                    <a:pt x="3708" y="1"/>
                  </a:lnTo>
                  <a:lnTo>
                    <a:pt x="0" y="3709"/>
                  </a:lnTo>
                  <a:lnTo>
                    <a:pt x="0" y="3086"/>
                  </a:lnTo>
                  <a:close/>
                  <a:moveTo>
                    <a:pt x="888" y="1"/>
                  </a:moveTo>
                  <a:lnTo>
                    <a:pt x="1510" y="1"/>
                  </a:lnTo>
                  <a:lnTo>
                    <a:pt x="0" y="1511"/>
                  </a:lnTo>
                  <a:lnTo>
                    <a:pt x="0" y="888"/>
                  </a:lnTo>
                  <a:close/>
                  <a:moveTo>
                    <a:pt x="1747" y="14853"/>
                  </a:moveTo>
                  <a:lnTo>
                    <a:pt x="14853" y="1747"/>
                  </a:lnTo>
                  <a:lnTo>
                    <a:pt x="14853" y="2377"/>
                  </a:lnTo>
                  <a:lnTo>
                    <a:pt x="2377" y="14853"/>
                  </a:lnTo>
                  <a:close/>
                  <a:moveTo>
                    <a:pt x="4123" y="14853"/>
                  </a:moveTo>
                  <a:lnTo>
                    <a:pt x="14853" y="4124"/>
                  </a:lnTo>
                  <a:lnTo>
                    <a:pt x="14853" y="4746"/>
                  </a:lnTo>
                  <a:lnTo>
                    <a:pt x="4753" y="14853"/>
                  </a:lnTo>
                  <a:close/>
                  <a:moveTo>
                    <a:pt x="6514" y="14853"/>
                  </a:moveTo>
                  <a:lnTo>
                    <a:pt x="14853" y="6514"/>
                  </a:lnTo>
                  <a:lnTo>
                    <a:pt x="14853" y="7144"/>
                  </a:lnTo>
                  <a:lnTo>
                    <a:pt x="7144" y="14853"/>
                  </a:lnTo>
                  <a:close/>
                  <a:moveTo>
                    <a:pt x="8890" y="14853"/>
                  </a:moveTo>
                  <a:lnTo>
                    <a:pt x="14853" y="8891"/>
                  </a:lnTo>
                  <a:lnTo>
                    <a:pt x="14853" y="9521"/>
                  </a:lnTo>
                  <a:lnTo>
                    <a:pt x="9520" y="14853"/>
                  </a:lnTo>
                  <a:close/>
                  <a:moveTo>
                    <a:pt x="11295" y="14853"/>
                  </a:moveTo>
                  <a:lnTo>
                    <a:pt x="14853" y="11303"/>
                  </a:lnTo>
                  <a:lnTo>
                    <a:pt x="14853" y="11926"/>
                  </a:lnTo>
                  <a:lnTo>
                    <a:pt x="11925" y="14853"/>
                  </a:lnTo>
                  <a:close/>
                  <a:moveTo>
                    <a:pt x="13679" y="14853"/>
                  </a:moveTo>
                  <a:lnTo>
                    <a:pt x="14853" y="13679"/>
                  </a:lnTo>
                  <a:lnTo>
                    <a:pt x="14853" y="14302"/>
                  </a:lnTo>
                  <a:lnTo>
                    <a:pt x="14302" y="14853"/>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6"/>
            <p:cNvSpPr/>
            <p:nvPr/>
          </p:nvSpPr>
          <p:spPr>
            <a:xfrm rot="10800000">
              <a:off x="836304" y="829442"/>
              <a:ext cx="138700" cy="118675"/>
            </a:xfrm>
            <a:custGeom>
              <a:avLst/>
              <a:gdLst/>
              <a:ahLst/>
              <a:cxnLst/>
              <a:rect l="l" t="t" r="r" b="b"/>
              <a:pathLst>
                <a:path w="5548" h="4747" extrusionOk="0">
                  <a:moveTo>
                    <a:pt x="0" y="4746"/>
                  </a:moveTo>
                  <a:lnTo>
                    <a:pt x="2778" y="1"/>
                  </a:lnTo>
                  <a:lnTo>
                    <a:pt x="5548" y="474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51" name="Google Shape;251;p26"/>
            <p:cNvCxnSpPr/>
            <p:nvPr/>
          </p:nvCxnSpPr>
          <p:spPr>
            <a:xfrm rot="10800000">
              <a:off x="905654" y="1145696"/>
              <a:ext cx="0" cy="1042800"/>
            </a:xfrm>
            <a:prstGeom prst="straightConnector1">
              <a:avLst/>
            </a:prstGeom>
            <a:noFill/>
            <a:ln w="9525" cap="flat" cmpd="sng">
              <a:solidFill>
                <a:schemeClr val="dk1"/>
              </a:solidFill>
              <a:prstDash val="solid"/>
              <a:round/>
              <a:headEnd type="none" w="med" len="med"/>
              <a:tailEnd type="none" w="med" len="med"/>
            </a:ln>
          </p:spPr>
        </p:cxnSp>
        <p:cxnSp>
          <p:nvCxnSpPr>
            <p:cNvPr id="252" name="Google Shape;252;p26"/>
            <p:cNvCxnSpPr/>
            <p:nvPr/>
          </p:nvCxnSpPr>
          <p:spPr>
            <a:xfrm rot="10800000">
              <a:off x="905654" y="2955004"/>
              <a:ext cx="0" cy="10428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1">
  <p:cSld name="CUSTOM_19">
    <p:spTree>
      <p:nvGrpSpPr>
        <p:cNvPr id="1" name="Shape 267"/>
        <p:cNvGrpSpPr/>
        <p:nvPr/>
      </p:nvGrpSpPr>
      <p:grpSpPr>
        <a:xfrm>
          <a:off x="0" y="0"/>
          <a:ext cx="0" cy="0"/>
          <a:chOff x="0" y="0"/>
          <a:chExt cx="0" cy="0"/>
        </a:xfrm>
      </p:grpSpPr>
      <p:grpSp>
        <p:nvGrpSpPr>
          <p:cNvPr id="268" name="Google Shape;268;p29"/>
          <p:cNvGrpSpPr/>
          <p:nvPr/>
        </p:nvGrpSpPr>
        <p:grpSpPr>
          <a:xfrm>
            <a:off x="719991" y="829442"/>
            <a:ext cx="371325" cy="3484616"/>
            <a:chOff x="719991" y="829442"/>
            <a:chExt cx="371325" cy="3484616"/>
          </a:xfrm>
        </p:grpSpPr>
        <p:sp>
          <p:nvSpPr>
            <p:cNvPr id="269" name="Google Shape;269;p29"/>
            <p:cNvSpPr/>
            <p:nvPr/>
          </p:nvSpPr>
          <p:spPr>
            <a:xfrm>
              <a:off x="836304" y="4195383"/>
              <a:ext cx="138700" cy="118675"/>
            </a:xfrm>
            <a:custGeom>
              <a:avLst/>
              <a:gdLst/>
              <a:ahLst/>
              <a:cxnLst/>
              <a:rect l="l" t="t" r="r" b="b"/>
              <a:pathLst>
                <a:path w="5548" h="4747" extrusionOk="0">
                  <a:moveTo>
                    <a:pt x="0" y="4746"/>
                  </a:moveTo>
                  <a:lnTo>
                    <a:pt x="2778" y="1"/>
                  </a:lnTo>
                  <a:lnTo>
                    <a:pt x="5548" y="474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9"/>
            <p:cNvSpPr/>
            <p:nvPr/>
          </p:nvSpPr>
          <p:spPr>
            <a:xfrm>
              <a:off x="719991" y="2386075"/>
              <a:ext cx="371325" cy="371350"/>
            </a:xfrm>
            <a:custGeom>
              <a:avLst/>
              <a:gdLst/>
              <a:ahLst/>
              <a:cxnLst/>
              <a:rect l="l" t="t" r="r" b="b"/>
              <a:pathLst>
                <a:path w="14853" h="14854" extrusionOk="0">
                  <a:moveTo>
                    <a:pt x="0" y="14223"/>
                  </a:moveTo>
                  <a:lnTo>
                    <a:pt x="14223" y="1"/>
                  </a:lnTo>
                  <a:lnTo>
                    <a:pt x="14853" y="1"/>
                  </a:lnTo>
                  <a:lnTo>
                    <a:pt x="0" y="14853"/>
                  </a:lnTo>
                  <a:close/>
                  <a:moveTo>
                    <a:pt x="12025" y="1"/>
                  </a:moveTo>
                  <a:lnTo>
                    <a:pt x="12648" y="1"/>
                  </a:lnTo>
                  <a:lnTo>
                    <a:pt x="0" y="12649"/>
                  </a:lnTo>
                  <a:lnTo>
                    <a:pt x="0" y="12026"/>
                  </a:lnTo>
                  <a:close/>
                  <a:moveTo>
                    <a:pt x="9799" y="1"/>
                  </a:moveTo>
                  <a:lnTo>
                    <a:pt x="10422" y="1"/>
                  </a:lnTo>
                  <a:lnTo>
                    <a:pt x="0" y="10423"/>
                  </a:lnTo>
                  <a:lnTo>
                    <a:pt x="0" y="9800"/>
                  </a:lnTo>
                  <a:close/>
                  <a:moveTo>
                    <a:pt x="7573" y="1"/>
                  </a:moveTo>
                  <a:lnTo>
                    <a:pt x="8196" y="1"/>
                  </a:lnTo>
                  <a:lnTo>
                    <a:pt x="0" y="8196"/>
                  </a:lnTo>
                  <a:lnTo>
                    <a:pt x="0" y="7574"/>
                  </a:lnTo>
                  <a:close/>
                  <a:moveTo>
                    <a:pt x="5347" y="1"/>
                  </a:moveTo>
                  <a:lnTo>
                    <a:pt x="5970" y="1"/>
                  </a:lnTo>
                  <a:lnTo>
                    <a:pt x="0" y="5970"/>
                  </a:lnTo>
                  <a:lnTo>
                    <a:pt x="0" y="5348"/>
                  </a:lnTo>
                  <a:close/>
                  <a:moveTo>
                    <a:pt x="3085" y="1"/>
                  </a:moveTo>
                  <a:lnTo>
                    <a:pt x="3708" y="1"/>
                  </a:lnTo>
                  <a:lnTo>
                    <a:pt x="0" y="3709"/>
                  </a:lnTo>
                  <a:lnTo>
                    <a:pt x="0" y="3086"/>
                  </a:lnTo>
                  <a:close/>
                  <a:moveTo>
                    <a:pt x="888" y="1"/>
                  </a:moveTo>
                  <a:lnTo>
                    <a:pt x="1510" y="1"/>
                  </a:lnTo>
                  <a:lnTo>
                    <a:pt x="0" y="1511"/>
                  </a:lnTo>
                  <a:lnTo>
                    <a:pt x="0" y="888"/>
                  </a:lnTo>
                  <a:close/>
                  <a:moveTo>
                    <a:pt x="1747" y="14853"/>
                  </a:moveTo>
                  <a:lnTo>
                    <a:pt x="14853" y="1747"/>
                  </a:lnTo>
                  <a:lnTo>
                    <a:pt x="14853" y="2377"/>
                  </a:lnTo>
                  <a:lnTo>
                    <a:pt x="2377" y="14853"/>
                  </a:lnTo>
                  <a:close/>
                  <a:moveTo>
                    <a:pt x="4123" y="14853"/>
                  </a:moveTo>
                  <a:lnTo>
                    <a:pt x="14853" y="4124"/>
                  </a:lnTo>
                  <a:lnTo>
                    <a:pt x="14853" y="4746"/>
                  </a:lnTo>
                  <a:lnTo>
                    <a:pt x="4753" y="14853"/>
                  </a:lnTo>
                  <a:close/>
                  <a:moveTo>
                    <a:pt x="6514" y="14853"/>
                  </a:moveTo>
                  <a:lnTo>
                    <a:pt x="14853" y="6514"/>
                  </a:lnTo>
                  <a:lnTo>
                    <a:pt x="14853" y="7144"/>
                  </a:lnTo>
                  <a:lnTo>
                    <a:pt x="7144" y="14853"/>
                  </a:lnTo>
                  <a:close/>
                  <a:moveTo>
                    <a:pt x="8890" y="14853"/>
                  </a:moveTo>
                  <a:lnTo>
                    <a:pt x="14853" y="8891"/>
                  </a:lnTo>
                  <a:lnTo>
                    <a:pt x="14853" y="9521"/>
                  </a:lnTo>
                  <a:lnTo>
                    <a:pt x="9520" y="14853"/>
                  </a:lnTo>
                  <a:close/>
                  <a:moveTo>
                    <a:pt x="11295" y="14853"/>
                  </a:moveTo>
                  <a:lnTo>
                    <a:pt x="14853" y="11303"/>
                  </a:lnTo>
                  <a:lnTo>
                    <a:pt x="14853" y="11926"/>
                  </a:lnTo>
                  <a:lnTo>
                    <a:pt x="11925" y="14853"/>
                  </a:lnTo>
                  <a:close/>
                  <a:moveTo>
                    <a:pt x="13679" y="14853"/>
                  </a:moveTo>
                  <a:lnTo>
                    <a:pt x="14853" y="13679"/>
                  </a:lnTo>
                  <a:lnTo>
                    <a:pt x="14853" y="14302"/>
                  </a:lnTo>
                  <a:lnTo>
                    <a:pt x="14302" y="14853"/>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9"/>
            <p:cNvSpPr/>
            <p:nvPr/>
          </p:nvSpPr>
          <p:spPr>
            <a:xfrm rot="10800000">
              <a:off x="836304" y="829442"/>
              <a:ext cx="138700" cy="118675"/>
            </a:xfrm>
            <a:custGeom>
              <a:avLst/>
              <a:gdLst/>
              <a:ahLst/>
              <a:cxnLst/>
              <a:rect l="l" t="t" r="r" b="b"/>
              <a:pathLst>
                <a:path w="5548" h="4747" extrusionOk="0">
                  <a:moveTo>
                    <a:pt x="0" y="4746"/>
                  </a:moveTo>
                  <a:lnTo>
                    <a:pt x="2778" y="1"/>
                  </a:lnTo>
                  <a:lnTo>
                    <a:pt x="5548" y="474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2" name="Google Shape;272;p29"/>
            <p:cNvCxnSpPr/>
            <p:nvPr/>
          </p:nvCxnSpPr>
          <p:spPr>
            <a:xfrm rot="10800000">
              <a:off x="905654" y="1145696"/>
              <a:ext cx="0" cy="1042800"/>
            </a:xfrm>
            <a:prstGeom prst="straightConnector1">
              <a:avLst/>
            </a:prstGeom>
            <a:noFill/>
            <a:ln w="9525" cap="flat" cmpd="sng">
              <a:solidFill>
                <a:schemeClr val="dk1"/>
              </a:solidFill>
              <a:prstDash val="solid"/>
              <a:round/>
              <a:headEnd type="none" w="med" len="med"/>
              <a:tailEnd type="none" w="med" len="med"/>
            </a:ln>
          </p:spPr>
        </p:cxnSp>
        <p:cxnSp>
          <p:nvCxnSpPr>
            <p:cNvPr id="273" name="Google Shape;273;p29"/>
            <p:cNvCxnSpPr/>
            <p:nvPr/>
          </p:nvCxnSpPr>
          <p:spPr>
            <a:xfrm rot="10800000">
              <a:off x="905654" y="2955004"/>
              <a:ext cx="0" cy="10428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2">
  <p:cSld name="CUSTOM_19_1">
    <p:spTree>
      <p:nvGrpSpPr>
        <p:cNvPr id="1" name="Shape 274"/>
        <p:cNvGrpSpPr/>
        <p:nvPr/>
      </p:nvGrpSpPr>
      <p:grpSpPr>
        <a:xfrm>
          <a:off x="0" y="0"/>
          <a:ext cx="0" cy="0"/>
          <a:chOff x="0" y="0"/>
          <a:chExt cx="0" cy="0"/>
        </a:xfrm>
      </p:grpSpPr>
      <p:grpSp>
        <p:nvGrpSpPr>
          <p:cNvPr id="275" name="Google Shape;275;p30"/>
          <p:cNvGrpSpPr/>
          <p:nvPr/>
        </p:nvGrpSpPr>
        <p:grpSpPr>
          <a:xfrm>
            <a:off x="8052654" y="540007"/>
            <a:ext cx="371325" cy="4063941"/>
            <a:chOff x="8052654" y="540007"/>
            <a:chExt cx="371325" cy="4063941"/>
          </a:xfrm>
        </p:grpSpPr>
        <p:sp>
          <p:nvSpPr>
            <p:cNvPr id="276" name="Google Shape;276;p30"/>
            <p:cNvSpPr/>
            <p:nvPr/>
          </p:nvSpPr>
          <p:spPr>
            <a:xfrm rot="10800000">
              <a:off x="8168966" y="888037"/>
              <a:ext cx="138700" cy="118650"/>
            </a:xfrm>
            <a:custGeom>
              <a:avLst/>
              <a:gdLst/>
              <a:ahLst/>
              <a:cxnLst/>
              <a:rect l="l" t="t" r="r" b="b"/>
              <a:pathLst>
                <a:path w="5548" h="4746" extrusionOk="0">
                  <a:moveTo>
                    <a:pt x="0" y="4746"/>
                  </a:moveTo>
                  <a:lnTo>
                    <a:pt x="2778" y="0"/>
                  </a:lnTo>
                  <a:lnTo>
                    <a:pt x="5548" y="474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30"/>
            <p:cNvSpPr/>
            <p:nvPr/>
          </p:nvSpPr>
          <p:spPr>
            <a:xfrm rot="10800000">
              <a:off x="8168966" y="540007"/>
              <a:ext cx="138700" cy="118675"/>
            </a:xfrm>
            <a:custGeom>
              <a:avLst/>
              <a:gdLst/>
              <a:ahLst/>
              <a:cxnLst/>
              <a:rect l="l" t="t" r="r" b="b"/>
              <a:pathLst>
                <a:path w="5548" h="4747" extrusionOk="0">
                  <a:moveTo>
                    <a:pt x="0" y="4746"/>
                  </a:moveTo>
                  <a:lnTo>
                    <a:pt x="2778" y="1"/>
                  </a:lnTo>
                  <a:lnTo>
                    <a:pt x="5548" y="474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8" name="Google Shape;278;p30"/>
            <p:cNvCxnSpPr/>
            <p:nvPr/>
          </p:nvCxnSpPr>
          <p:spPr>
            <a:xfrm rot="10800000">
              <a:off x="8238316" y="1236042"/>
              <a:ext cx="0" cy="2767200"/>
            </a:xfrm>
            <a:prstGeom prst="straightConnector1">
              <a:avLst/>
            </a:prstGeom>
            <a:noFill/>
            <a:ln w="9525" cap="flat" cmpd="sng">
              <a:solidFill>
                <a:schemeClr val="dk1"/>
              </a:solidFill>
              <a:prstDash val="solid"/>
              <a:round/>
              <a:headEnd type="none" w="med" len="med"/>
              <a:tailEnd type="none" w="med" len="med"/>
            </a:ln>
          </p:spPr>
        </p:cxnSp>
        <p:sp>
          <p:nvSpPr>
            <p:cNvPr id="279" name="Google Shape;279;p30"/>
            <p:cNvSpPr/>
            <p:nvPr/>
          </p:nvSpPr>
          <p:spPr>
            <a:xfrm>
              <a:off x="8052654" y="4232598"/>
              <a:ext cx="371325" cy="371350"/>
            </a:xfrm>
            <a:custGeom>
              <a:avLst/>
              <a:gdLst/>
              <a:ahLst/>
              <a:cxnLst/>
              <a:rect l="l" t="t" r="r" b="b"/>
              <a:pathLst>
                <a:path w="14853" h="14854" extrusionOk="0">
                  <a:moveTo>
                    <a:pt x="0" y="14223"/>
                  </a:moveTo>
                  <a:lnTo>
                    <a:pt x="14223" y="1"/>
                  </a:lnTo>
                  <a:lnTo>
                    <a:pt x="14853" y="1"/>
                  </a:lnTo>
                  <a:lnTo>
                    <a:pt x="0" y="14853"/>
                  </a:lnTo>
                  <a:close/>
                  <a:moveTo>
                    <a:pt x="12025" y="1"/>
                  </a:moveTo>
                  <a:lnTo>
                    <a:pt x="12648" y="1"/>
                  </a:lnTo>
                  <a:lnTo>
                    <a:pt x="0" y="12649"/>
                  </a:lnTo>
                  <a:lnTo>
                    <a:pt x="0" y="12026"/>
                  </a:lnTo>
                  <a:close/>
                  <a:moveTo>
                    <a:pt x="9799" y="1"/>
                  </a:moveTo>
                  <a:lnTo>
                    <a:pt x="10422" y="1"/>
                  </a:lnTo>
                  <a:lnTo>
                    <a:pt x="0" y="10423"/>
                  </a:lnTo>
                  <a:lnTo>
                    <a:pt x="0" y="9800"/>
                  </a:lnTo>
                  <a:close/>
                  <a:moveTo>
                    <a:pt x="7573" y="1"/>
                  </a:moveTo>
                  <a:lnTo>
                    <a:pt x="8196" y="1"/>
                  </a:lnTo>
                  <a:lnTo>
                    <a:pt x="0" y="8196"/>
                  </a:lnTo>
                  <a:lnTo>
                    <a:pt x="0" y="7574"/>
                  </a:lnTo>
                  <a:close/>
                  <a:moveTo>
                    <a:pt x="5347" y="1"/>
                  </a:moveTo>
                  <a:lnTo>
                    <a:pt x="5970" y="1"/>
                  </a:lnTo>
                  <a:lnTo>
                    <a:pt x="0" y="5970"/>
                  </a:lnTo>
                  <a:lnTo>
                    <a:pt x="0" y="5348"/>
                  </a:lnTo>
                  <a:close/>
                  <a:moveTo>
                    <a:pt x="3085" y="1"/>
                  </a:moveTo>
                  <a:lnTo>
                    <a:pt x="3708" y="1"/>
                  </a:lnTo>
                  <a:lnTo>
                    <a:pt x="0" y="3709"/>
                  </a:lnTo>
                  <a:lnTo>
                    <a:pt x="0" y="3086"/>
                  </a:lnTo>
                  <a:close/>
                  <a:moveTo>
                    <a:pt x="888" y="1"/>
                  </a:moveTo>
                  <a:lnTo>
                    <a:pt x="1510" y="1"/>
                  </a:lnTo>
                  <a:lnTo>
                    <a:pt x="0" y="1511"/>
                  </a:lnTo>
                  <a:lnTo>
                    <a:pt x="0" y="888"/>
                  </a:lnTo>
                  <a:close/>
                  <a:moveTo>
                    <a:pt x="1747" y="14853"/>
                  </a:moveTo>
                  <a:lnTo>
                    <a:pt x="14853" y="1747"/>
                  </a:lnTo>
                  <a:lnTo>
                    <a:pt x="14853" y="2377"/>
                  </a:lnTo>
                  <a:lnTo>
                    <a:pt x="2377" y="14853"/>
                  </a:lnTo>
                  <a:close/>
                  <a:moveTo>
                    <a:pt x="4123" y="14853"/>
                  </a:moveTo>
                  <a:lnTo>
                    <a:pt x="14853" y="4124"/>
                  </a:lnTo>
                  <a:lnTo>
                    <a:pt x="14853" y="4746"/>
                  </a:lnTo>
                  <a:lnTo>
                    <a:pt x="4753" y="14853"/>
                  </a:lnTo>
                  <a:close/>
                  <a:moveTo>
                    <a:pt x="6514" y="14853"/>
                  </a:moveTo>
                  <a:lnTo>
                    <a:pt x="14853" y="6514"/>
                  </a:lnTo>
                  <a:lnTo>
                    <a:pt x="14853" y="7144"/>
                  </a:lnTo>
                  <a:lnTo>
                    <a:pt x="7144" y="14853"/>
                  </a:lnTo>
                  <a:close/>
                  <a:moveTo>
                    <a:pt x="8890" y="14853"/>
                  </a:moveTo>
                  <a:lnTo>
                    <a:pt x="14853" y="8891"/>
                  </a:lnTo>
                  <a:lnTo>
                    <a:pt x="14853" y="9521"/>
                  </a:lnTo>
                  <a:lnTo>
                    <a:pt x="9520" y="14853"/>
                  </a:lnTo>
                  <a:close/>
                  <a:moveTo>
                    <a:pt x="11295" y="14853"/>
                  </a:moveTo>
                  <a:lnTo>
                    <a:pt x="14853" y="11303"/>
                  </a:lnTo>
                  <a:lnTo>
                    <a:pt x="14853" y="11926"/>
                  </a:lnTo>
                  <a:lnTo>
                    <a:pt x="11925" y="14853"/>
                  </a:lnTo>
                  <a:close/>
                  <a:moveTo>
                    <a:pt x="13679" y="14853"/>
                  </a:moveTo>
                  <a:lnTo>
                    <a:pt x="14853" y="13679"/>
                  </a:lnTo>
                  <a:lnTo>
                    <a:pt x="14853" y="14302"/>
                  </a:lnTo>
                  <a:lnTo>
                    <a:pt x="14302" y="14853"/>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1">
  <p:cSld name="CUSTOM_17_1">
    <p:spTree>
      <p:nvGrpSpPr>
        <p:cNvPr id="1" name="Shape 280"/>
        <p:cNvGrpSpPr/>
        <p:nvPr/>
      </p:nvGrpSpPr>
      <p:grpSpPr>
        <a:xfrm>
          <a:off x="0" y="0"/>
          <a:ext cx="0" cy="0"/>
          <a:chOff x="0" y="0"/>
          <a:chExt cx="0" cy="0"/>
        </a:xfrm>
      </p:grpSpPr>
      <p:sp>
        <p:nvSpPr>
          <p:cNvPr id="281" name="Google Shape;281;p31"/>
          <p:cNvSpPr txBox="1">
            <a:spLocks noGrp="1"/>
          </p:cNvSpPr>
          <p:nvPr>
            <p:ph type="subTitle" idx="1"/>
          </p:nvPr>
        </p:nvSpPr>
        <p:spPr>
          <a:xfrm>
            <a:off x="720000" y="2538690"/>
            <a:ext cx="2928600" cy="1282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282" name="Google Shape;282;p31"/>
          <p:cNvSpPr txBox="1">
            <a:spLocks noGrp="1"/>
          </p:cNvSpPr>
          <p:nvPr>
            <p:ph type="title"/>
          </p:nvPr>
        </p:nvSpPr>
        <p:spPr>
          <a:xfrm>
            <a:off x="720000" y="1522285"/>
            <a:ext cx="2928600" cy="1028400"/>
          </a:xfrm>
          <a:prstGeom prst="rect">
            <a:avLst/>
          </a:prstGeom>
        </p:spPr>
        <p:txBody>
          <a:bodyPr spcFirstLastPara="1" wrap="square" lIns="91425" tIns="91425" rIns="91425" bIns="91425" anchor="b" anchorCtr="0">
            <a:noAutofit/>
          </a:bodyPr>
          <a:lstStyle>
            <a:lvl1pPr lvl="0" rtl="0">
              <a:spcBef>
                <a:spcPts val="0"/>
              </a:spcBef>
              <a:spcAft>
                <a:spcPts val="0"/>
              </a:spcAft>
              <a:buSzPts val="5000"/>
              <a:buNone/>
              <a:defRPr sz="5000"/>
            </a:lvl1pPr>
            <a:lvl2pPr lvl="1" algn="l" rtl="0">
              <a:spcBef>
                <a:spcPts val="0"/>
              </a:spcBef>
              <a:spcAft>
                <a:spcPts val="0"/>
              </a:spcAft>
              <a:buSzPts val="3000"/>
              <a:buNone/>
              <a:defRPr/>
            </a:lvl2pPr>
            <a:lvl3pPr lvl="2" algn="l" rtl="0">
              <a:spcBef>
                <a:spcPts val="0"/>
              </a:spcBef>
              <a:spcAft>
                <a:spcPts val="0"/>
              </a:spcAft>
              <a:buSzPts val="3000"/>
              <a:buNone/>
              <a:defRPr/>
            </a:lvl3pPr>
            <a:lvl4pPr lvl="3" algn="l" rtl="0">
              <a:spcBef>
                <a:spcPts val="0"/>
              </a:spcBef>
              <a:spcAft>
                <a:spcPts val="0"/>
              </a:spcAft>
              <a:buSzPts val="3000"/>
              <a:buNone/>
              <a:defRPr/>
            </a:lvl4pPr>
            <a:lvl5pPr lvl="4" algn="l" rtl="0">
              <a:spcBef>
                <a:spcPts val="0"/>
              </a:spcBef>
              <a:spcAft>
                <a:spcPts val="0"/>
              </a:spcAft>
              <a:buSzPts val="3000"/>
              <a:buNone/>
              <a:defRPr/>
            </a:lvl5pPr>
            <a:lvl6pPr lvl="5" algn="l" rtl="0">
              <a:spcBef>
                <a:spcPts val="0"/>
              </a:spcBef>
              <a:spcAft>
                <a:spcPts val="0"/>
              </a:spcAft>
              <a:buSzPts val="3000"/>
              <a:buNone/>
              <a:defRPr/>
            </a:lvl6pPr>
            <a:lvl7pPr lvl="6" algn="l" rtl="0">
              <a:spcBef>
                <a:spcPts val="0"/>
              </a:spcBef>
              <a:spcAft>
                <a:spcPts val="0"/>
              </a:spcAft>
              <a:buSzPts val="3000"/>
              <a:buNone/>
              <a:defRPr/>
            </a:lvl7pPr>
            <a:lvl8pPr lvl="7" algn="l" rtl="0">
              <a:spcBef>
                <a:spcPts val="0"/>
              </a:spcBef>
              <a:spcAft>
                <a:spcPts val="0"/>
              </a:spcAft>
              <a:buSzPts val="3000"/>
              <a:buNone/>
              <a:defRPr/>
            </a:lvl8pPr>
            <a:lvl9pPr lvl="8" algn="l" rtl="0">
              <a:spcBef>
                <a:spcPts val="0"/>
              </a:spcBef>
              <a:spcAft>
                <a:spcPts val="0"/>
              </a:spcAft>
              <a:buSzPts val="3000"/>
              <a:buNone/>
              <a:defRPr/>
            </a:lvl9pPr>
          </a:lstStyle>
          <a:p>
            <a:endParaRPr/>
          </a:p>
        </p:txBody>
      </p:sp>
      <p:grpSp>
        <p:nvGrpSpPr>
          <p:cNvPr id="283" name="Google Shape;283;p31"/>
          <p:cNvGrpSpPr/>
          <p:nvPr/>
        </p:nvGrpSpPr>
        <p:grpSpPr>
          <a:xfrm>
            <a:off x="828764" y="546950"/>
            <a:ext cx="3743312" cy="371350"/>
            <a:chOff x="849704" y="536973"/>
            <a:chExt cx="3720247" cy="371350"/>
          </a:xfrm>
        </p:grpSpPr>
        <p:sp>
          <p:nvSpPr>
            <p:cNvPr id="284" name="Google Shape;284;p31"/>
            <p:cNvSpPr/>
            <p:nvPr/>
          </p:nvSpPr>
          <p:spPr>
            <a:xfrm rot="5400000">
              <a:off x="4441275" y="663323"/>
              <a:ext cx="138700" cy="118650"/>
            </a:xfrm>
            <a:custGeom>
              <a:avLst/>
              <a:gdLst/>
              <a:ahLst/>
              <a:cxnLst/>
              <a:rect l="l" t="t" r="r" b="b"/>
              <a:pathLst>
                <a:path w="5548" h="4746" extrusionOk="0">
                  <a:moveTo>
                    <a:pt x="0" y="4746"/>
                  </a:moveTo>
                  <a:lnTo>
                    <a:pt x="2778" y="0"/>
                  </a:lnTo>
                  <a:lnTo>
                    <a:pt x="5548" y="474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31"/>
            <p:cNvSpPr/>
            <p:nvPr/>
          </p:nvSpPr>
          <p:spPr>
            <a:xfrm rot="5400000">
              <a:off x="4112714" y="663310"/>
              <a:ext cx="138700" cy="118675"/>
            </a:xfrm>
            <a:custGeom>
              <a:avLst/>
              <a:gdLst/>
              <a:ahLst/>
              <a:cxnLst/>
              <a:rect l="l" t="t" r="r" b="b"/>
              <a:pathLst>
                <a:path w="5548" h="4747" extrusionOk="0">
                  <a:moveTo>
                    <a:pt x="0" y="4746"/>
                  </a:moveTo>
                  <a:lnTo>
                    <a:pt x="2778" y="1"/>
                  </a:lnTo>
                  <a:lnTo>
                    <a:pt x="5548" y="474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86" name="Google Shape;286;p31"/>
            <p:cNvCxnSpPr/>
            <p:nvPr/>
          </p:nvCxnSpPr>
          <p:spPr>
            <a:xfrm>
              <a:off x="1430928" y="722648"/>
              <a:ext cx="2481900" cy="0"/>
            </a:xfrm>
            <a:prstGeom prst="straightConnector1">
              <a:avLst/>
            </a:prstGeom>
            <a:noFill/>
            <a:ln w="9525" cap="flat" cmpd="sng">
              <a:solidFill>
                <a:schemeClr val="dk1"/>
              </a:solidFill>
              <a:prstDash val="solid"/>
              <a:round/>
              <a:headEnd type="none" w="med" len="med"/>
              <a:tailEnd type="none" w="med" len="med"/>
            </a:ln>
          </p:spPr>
        </p:cxnSp>
        <p:sp>
          <p:nvSpPr>
            <p:cNvPr id="287" name="Google Shape;287;p31"/>
            <p:cNvSpPr/>
            <p:nvPr/>
          </p:nvSpPr>
          <p:spPr>
            <a:xfrm>
              <a:off x="849704" y="536973"/>
              <a:ext cx="371325" cy="371350"/>
            </a:xfrm>
            <a:custGeom>
              <a:avLst/>
              <a:gdLst/>
              <a:ahLst/>
              <a:cxnLst/>
              <a:rect l="l" t="t" r="r" b="b"/>
              <a:pathLst>
                <a:path w="14853" h="14854" extrusionOk="0">
                  <a:moveTo>
                    <a:pt x="0" y="14223"/>
                  </a:moveTo>
                  <a:lnTo>
                    <a:pt x="14223" y="1"/>
                  </a:lnTo>
                  <a:lnTo>
                    <a:pt x="14853" y="1"/>
                  </a:lnTo>
                  <a:lnTo>
                    <a:pt x="0" y="14853"/>
                  </a:lnTo>
                  <a:close/>
                  <a:moveTo>
                    <a:pt x="12025" y="1"/>
                  </a:moveTo>
                  <a:lnTo>
                    <a:pt x="12648" y="1"/>
                  </a:lnTo>
                  <a:lnTo>
                    <a:pt x="0" y="12649"/>
                  </a:lnTo>
                  <a:lnTo>
                    <a:pt x="0" y="12026"/>
                  </a:lnTo>
                  <a:close/>
                  <a:moveTo>
                    <a:pt x="9799" y="1"/>
                  </a:moveTo>
                  <a:lnTo>
                    <a:pt x="10422" y="1"/>
                  </a:lnTo>
                  <a:lnTo>
                    <a:pt x="0" y="10423"/>
                  </a:lnTo>
                  <a:lnTo>
                    <a:pt x="0" y="9800"/>
                  </a:lnTo>
                  <a:close/>
                  <a:moveTo>
                    <a:pt x="7573" y="1"/>
                  </a:moveTo>
                  <a:lnTo>
                    <a:pt x="8196" y="1"/>
                  </a:lnTo>
                  <a:lnTo>
                    <a:pt x="0" y="8196"/>
                  </a:lnTo>
                  <a:lnTo>
                    <a:pt x="0" y="7574"/>
                  </a:lnTo>
                  <a:close/>
                  <a:moveTo>
                    <a:pt x="5347" y="1"/>
                  </a:moveTo>
                  <a:lnTo>
                    <a:pt x="5970" y="1"/>
                  </a:lnTo>
                  <a:lnTo>
                    <a:pt x="0" y="5970"/>
                  </a:lnTo>
                  <a:lnTo>
                    <a:pt x="0" y="5348"/>
                  </a:lnTo>
                  <a:close/>
                  <a:moveTo>
                    <a:pt x="3085" y="1"/>
                  </a:moveTo>
                  <a:lnTo>
                    <a:pt x="3708" y="1"/>
                  </a:lnTo>
                  <a:lnTo>
                    <a:pt x="0" y="3709"/>
                  </a:lnTo>
                  <a:lnTo>
                    <a:pt x="0" y="3086"/>
                  </a:lnTo>
                  <a:close/>
                  <a:moveTo>
                    <a:pt x="888" y="1"/>
                  </a:moveTo>
                  <a:lnTo>
                    <a:pt x="1510" y="1"/>
                  </a:lnTo>
                  <a:lnTo>
                    <a:pt x="0" y="1511"/>
                  </a:lnTo>
                  <a:lnTo>
                    <a:pt x="0" y="888"/>
                  </a:lnTo>
                  <a:close/>
                  <a:moveTo>
                    <a:pt x="1747" y="14853"/>
                  </a:moveTo>
                  <a:lnTo>
                    <a:pt x="14853" y="1747"/>
                  </a:lnTo>
                  <a:lnTo>
                    <a:pt x="14853" y="2377"/>
                  </a:lnTo>
                  <a:lnTo>
                    <a:pt x="2377" y="14853"/>
                  </a:lnTo>
                  <a:close/>
                  <a:moveTo>
                    <a:pt x="4123" y="14853"/>
                  </a:moveTo>
                  <a:lnTo>
                    <a:pt x="14853" y="4124"/>
                  </a:lnTo>
                  <a:lnTo>
                    <a:pt x="14853" y="4746"/>
                  </a:lnTo>
                  <a:lnTo>
                    <a:pt x="4753" y="14853"/>
                  </a:lnTo>
                  <a:close/>
                  <a:moveTo>
                    <a:pt x="6514" y="14853"/>
                  </a:moveTo>
                  <a:lnTo>
                    <a:pt x="14853" y="6514"/>
                  </a:lnTo>
                  <a:lnTo>
                    <a:pt x="14853" y="7144"/>
                  </a:lnTo>
                  <a:lnTo>
                    <a:pt x="7144" y="14853"/>
                  </a:lnTo>
                  <a:close/>
                  <a:moveTo>
                    <a:pt x="8890" y="14853"/>
                  </a:moveTo>
                  <a:lnTo>
                    <a:pt x="14853" y="8891"/>
                  </a:lnTo>
                  <a:lnTo>
                    <a:pt x="14853" y="9521"/>
                  </a:lnTo>
                  <a:lnTo>
                    <a:pt x="9520" y="14853"/>
                  </a:lnTo>
                  <a:close/>
                  <a:moveTo>
                    <a:pt x="11295" y="14853"/>
                  </a:moveTo>
                  <a:lnTo>
                    <a:pt x="14853" y="11303"/>
                  </a:lnTo>
                  <a:lnTo>
                    <a:pt x="14853" y="11926"/>
                  </a:lnTo>
                  <a:lnTo>
                    <a:pt x="11925" y="14853"/>
                  </a:lnTo>
                  <a:close/>
                  <a:moveTo>
                    <a:pt x="13679" y="14853"/>
                  </a:moveTo>
                  <a:lnTo>
                    <a:pt x="14853" y="13679"/>
                  </a:lnTo>
                  <a:lnTo>
                    <a:pt x="14853" y="14302"/>
                  </a:lnTo>
                  <a:lnTo>
                    <a:pt x="14302" y="14853"/>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8" name="Google Shape;288;p31"/>
          <p:cNvSpPr/>
          <p:nvPr/>
        </p:nvSpPr>
        <p:spPr>
          <a:xfrm>
            <a:off x="3177405" y="1844799"/>
            <a:ext cx="1959424" cy="2759160"/>
          </a:xfrm>
          <a:custGeom>
            <a:avLst/>
            <a:gdLst/>
            <a:ahLst/>
            <a:cxnLst/>
            <a:rect l="l" t="t" r="r" b="b"/>
            <a:pathLst>
              <a:path w="21279" h="29964" extrusionOk="0">
                <a:moveTo>
                  <a:pt x="13341" y="1"/>
                </a:moveTo>
                <a:cubicBezTo>
                  <a:pt x="12875" y="1"/>
                  <a:pt x="12444" y="361"/>
                  <a:pt x="12444" y="898"/>
                </a:cubicBezTo>
                <a:lnTo>
                  <a:pt x="12444" y="20427"/>
                </a:lnTo>
                <a:cubicBezTo>
                  <a:pt x="11457" y="19745"/>
                  <a:pt x="10145" y="19377"/>
                  <a:pt x="8712" y="19377"/>
                </a:cubicBezTo>
                <a:cubicBezTo>
                  <a:pt x="7844" y="19377"/>
                  <a:pt x="6932" y="19512"/>
                  <a:pt x="6021" y="19794"/>
                </a:cubicBezTo>
                <a:cubicBezTo>
                  <a:pt x="2362" y="20888"/>
                  <a:pt x="1" y="23970"/>
                  <a:pt x="836" y="26678"/>
                </a:cubicBezTo>
                <a:cubicBezTo>
                  <a:pt x="1445" y="28723"/>
                  <a:pt x="3665" y="29963"/>
                  <a:pt x="6316" y="29963"/>
                </a:cubicBezTo>
                <a:cubicBezTo>
                  <a:pt x="7175" y="29963"/>
                  <a:pt x="8078" y="29833"/>
                  <a:pt x="8987" y="29558"/>
                </a:cubicBezTo>
                <a:cubicBezTo>
                  <a:pt x="12530" y="28493"/>
                  <a:pt x="14806" y="25612"/>
                  <a:pt x="14259" y="22991"/>
                </a:cubicBezTo>
                <a:lnTo>
                  <a:pt x="14259" y="12132"/>
                </a:lnTo>
                <a:cubicBezTo>
                  <a:pt x="14691" y="12622"/>
                  <a:pt x="15209" y="12996"/>
                  <a:pt x="15785" y="13284"/>
                </a:cubicBezTo>
                <a:cubicBezTo>
                  <a:pt x="18262" y="14580"/>
                  <a:pt x="19760" y="15387"/>
                  <a:pt x="18925" y="19275"/>
                </a:cubicBezTo>
                <a:cubicBezTo>
                  <a:pt x="18925" y="19301"/>
                  <a:pt x="18936" y="19313"/>
                  <a:pt x="18956" y="19313"/>
                </a:cubicBezTo>
                <a:cubicBezTo>
                  <a:pt x="19234" y="19313"/>
                  <a:pt x="21279" y="16983"/>
                  <a:pt x="20768" y="14753"/>
                </a:cubicBezTo>
                <a:cubicBezTo>
                  <a:pt x="20192" y="12362"/>
                  <a:pt x="19098" y="11729"/>
                  <a:pt x="16793" y="10692"/>
                </a:cubicBezTo>
                <a:cubicBezTo>
                  <a:pt x="15440" y="10116"/>
                  <a:pt x="14662" y="8445"/>
                  <a:pt x="14259" y="7178"/>
                </a:cubicBezTo>
                <a:lnTo>
                  <a:pt x="14259" y="4758"/>
                </a:lnTo>
                <a:cubicBezTo>
                  <a:pt x="14633" y="5046"/>
                  <a:pt x="15007" y="5334"/>
                  <a:pt x="15440" y="5536"/>
                </a:cubicBezTo>
                <a:cubicBezTo>
                  <a:pt x="17917" y="6832"/>
                  <a:pt x="19386" y="7667"/>
                  <a:pt x="18550" y="11527"/>
                </a:cubicBezTo>
                <a:cubicBezTo>
                  <a:pt x="18550" y="11552"/>
                  <a:pt x="18562" y="11565"/>
                  <a:pt x="18582" y="11565"/>
                </a:cubicBezTo>
                <a:cubicBezTo>
                  <a:pt x="18866" y="11565"/>
                  <a:pt x="20931" y="9260"/>
                  <a:pt x="20394" y="7005"/>
                </a:cubicBezTo>
                <a:cubicBezTo>
                  <a:pt x="19847" y="4614"/>
                  <a:pt x="18752" y="3980"/>
                  <a:pt x="16448" y="2972"/>
                </a:cubicBezTo>
                <a:cubicBezTo>
                  <a:pt x="15468" y="2540"/>
                  <a:pt x="14806" y="1532"/>
                  <a:pt x="14345" y="553"/>
                </a:cubicBezTo>
                <a:cubicBezTo>
                  <a:pt x="14230" y="380"/>
                  <a:pt x="14086" y="236"/>
                  <a:pt x="13884" y="178"/>
                </a:cubicBezTo>
                <a:cubicBezTo>
                  <a:pt x="13714" y="56"/>
                  <a:pt x="13525" y="1"/>
                  <a:pt x="133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387600"/>
            <a:ext cx="77040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Roboto Slab Medium"/>
              <a:buNone/>
              <a:defRPr sz="3000">
                <a:solidFill>
                  <a:schemeClr val="dk1"/>
                </a:solidFill>
                <a:latin typeface="Roboto Slab Medium"/>
                <a:ea typeface="Roboto Slab Medium"/>
                <a:cs typeface="Roboto Slab Medium"/>
                <a:sym typeface="Roboto Slab Medium"/>
              </a:defRPr>
            </a:lvl1pPr>
            <a:lvl2pPr lvl="1" algn="ctr" rtl="0">
              <a:spcBef>
                <a:spcPts val="0"/>
              </a:spcBef>
              <a:spcAft>
                <a:spcPts val="0"/>
              </a:spcAft>
              <a:buClr>
                <a:schemeClr val="dk1"/>
              </a:buClr>
              <a:buSzPts val="3000"/>
              <a:buNone/>
              <a:defRPr sz="3000">
                <a:solidFill>
                  <a:schemeClr val="dk1"/>
                </a:solidFill>
              </a:defRPr>
            </a:lvl2pPr>
            <a:lvl3pPr lvl="2" algn="ctr" rtl="0">
              <a:spcBef>
                <a:spcPts val="0"/>
              </a:spcBef>
              <a:spcAft>
                <a:spcPts val="0"/>
              </a:spcAft>
              <a:buClr>
                <a:schemeClr val="dk1"/>
              </a:buClr>
              <a:buSzPts val="3000"/>
              <a:buNone/>
              <a:defRPr sz="3000">
                <a:solidFill>
                  <a:schemeClr val="dk1"/>
                </a:solidFill>
              </a:defRPr>
            </a:lvl3pPr>
            <a:lvl4pPr lvl="3" algn="ctr" rtl="0">
              <a:spcBef>
                <a:spcPts val="0"/>
              </a:spcBef>
              <a:spcAft>
                <a:spcPts val="0"/>
              </a:spcAft>
              <a:buClr>
                <a:schemeClr val="dk1"/>
              </a:buClr>
              <a:buSzPts val="3000"/>
              <a:buNone/>
              <a:defRPr sz="3000">
                <a:solidFill>
                  <a:schemeClr val="dk1"/>
                </a:solidFill>
              </a:defRPr>
            </a:lvl4pPr>
            <a:lvl5pPr lvl="4" algn="ctr" rtl="0">
              <a:spcBef>
                <a:spcPts val="0"/>
              </a:spcBef>
              <a:spcAft>
                <a:spcPts val="0"/>
              </a:spcAft>
              <a:buClr>
                <a:schemeClr val="dk1"/>
              </a:buClr>
              <a:buSzPts val="3000"/>
              <a:buNone/>
              <a:defRPr sz="3000">
                <a:solidFill>
                  <a:schemeClr val="dk1"/>
                </a:solidFill>
              </a:defRPr>
            </a:lvl5pPr>
            <a:lvl6pPr lvl="5" algn="ctr" rtl="0">
              <a:spcBef>
                <a:spcPts val="0"/>
              </a:spcBef>
              <a:spcAft>
                <a:spcPts val="0"/>
              </a:spcAft>
              <a:buClr>
                <a:schemeClr val="dk1"/>
              </a:buClr>
              <a:buSzPts val="3000"/>
              <a:buNone/>
              <a:defRPr sz="3000">
                <a:solidFill>
                  <a:schemeClr val="dk1"/>
                </a:solidFill>
              </a:defRPr>
            </a:lvl6pPr>
            <a:lvl7pPr lvl="6" algn="ctr" rtl="0">
              <a:spcBef>
                <a:spcPts val="0"/>
              </a:spcBef>
              <a:spcAft>
                <a:spcPts val="0"/>
              </a:spcAft>
              <a:buClr>
                <a:schemeClr val="dk1"/>
              </a:buClr>
              <a:buSzPts val="3000"/>
              <a:buNone/>
              <a:defRPr sz="3000">
                <a:solidFill>
                  <a:schemeClr val="dk1"/>
                </a:solidFill>
              </a:defRPr>
            </a:lvl7pPr>
            <a:lvl8pPr lvl="7" algn="ctr" rtl="0">
              <a:spcBef>
                <a:spcPts val="0"/>
              </a:spcBef>
              <a:spcAft>
                <a:spcPts val="0"/>
              </a:spcAft>
              <a:buClr>
                <a:schemeClr val="dk1"/>
              </a:buClr>
              <a:buSzPts val="3000"/>
              <a:buNone/>
              <a:defRPr sz="3000">
                <a:solidFill>
                  <a:schemeClr val="dk1"/>
                </a:solidFill>
              </a:defRPr>
            </a:lvl8pPr>
            <a:lvl9pPr lvl="8" algn="ctr" rtl="0">
              <a:spcBef>
                <a:spcPts val="0"/>
              </a:spcBef>
              <a:spcAft>
                <a:spcPts val="0"/>
              </a:spcAft>
              <a:buClr>
                <a:schemeClr val="dk1"/>
              </a:buClr>
              <a:buSzPts val="3000"/>
              <a:buNone/>
              <a:defRPr sz="3000">
                <a:solidFill>
                  <a:schemeClr val="dk1"/>
                </a:solidFill>
              </a:defRPr>
            </a:lvl9pPr>
          </a:lstStyle>
          <a:p>
            <a:endParaRPr/>
          </a:p>
        </p:txBody>
      </p:sp>
      <p:sp>
        <p:nvSpPr>
          <p:cNvPr id="7" name="Google Shape;7;p1"/>
          <p:cNvSpPr txBox="1">
            <a:spLocks noGrp="1"/>
          </p:cNvSpPr>
          <p:nvPr>
            <p:ph type="body" idx="1"/>
          </p:nvPr>
        </p:nvSpPr>
        <p:spPr>
          <a:xfrm>
            <a:off x="720000" y="1300850"/>
            <a:ext cx="7704000" cy="32679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00000"/>
              </a:lnSpc>
              <a:spcBef>
                <a:spcPts val="1600"/>
              </a:spcBef>
              <a:spcAft>
                <a:spcPts val="1600"/>
              </a:spcAft>
              <a:buClr>
                <a:schemeClr val="dk1"/>
              </a:buClr>
              <a:buSzPts val="1400"/>
              <a:buFont typeface="Roboto"/>
              <a:buChar char="■"/>
              <a:defRPr>
                <a:solidFill>
                  <a:schemeClr val="dk1"/>
                </a:solidFill>
                <a:latin typeface="Roboto"/>
                <a:ea typeface="Roboto"/>
                <a:cs typeface="Roboto"/>
                <a:sym typeface="Roboto"/>
              </a:defRPr>
            </a:lvl9pPr>
          </a:lstStyle>
          <a:p>
            <a:endParaRPr dirty="0"/>
          </a:p>
        </p:txBody>
      </p:sp>
      <p:pic>
        <p:nvPicPr>
          <p:cNvPr id="3" name="Picture 2">
            <a:extLst>
              <a:ext uri="{FF2B5EF4-FFF2-40B4-BE49-F238E27FC236}">
                <a16:creationId xmlns:a16="http://schemas.microsoft.com/office/drawing/2014/main" id="{07EE30DA-19E0-814D-A3EA-6B7EA6E26338}"/>
              </a:ext>
            </a:extLst>
          </p:cNvPr>
          <p:cNvPicPr>
            <a:picLocks noChangeAspect="1"/>
          </p:cNvPicPr>
          <p:nvPr userDrawn="1"/>
        </p:nvPicPr>
        <p:blipFill>
          <a:blip r:embed="rId9"/>
          <a:stretch>
            <a:fillRect/>
          </a:stretch>
        </p:blipFill>
        <p:spPr>
          <a:xfrm>
            <a:off x="6156734" y="4568750"/>
            <a:ext cx="2267266" cy="476316"/>
          </a:xfrm>
          <a:prstGeom prst="rect">
            <a:avLst/>
          </a:prstGeom>
        </p:spPr>
      </p:pic>
    </p:spTree>
  </p:cSld>
  <p:clrMap bg1="lt1" tx1="dk1" bg2="dk2" tx2="lt2" accent1="accent1" accent2="accent2" accent3="accent3" accent4="accent4" accent5="accent5" accent6="accent6" hlink="hlink" folHlink="folHlink"/>
  <p:sldLayoutIdLst>
    <p:sldLayoutId id="2147483650" r:id="rId1"/>
    <p:sldLayoutId id="2147483658" r:id="rId2"/>
    <p:sldLayoutId id="2147483662" r:id="rId3"/>
    <p:sldLayoutId id="2147483672" r:id="rId4"/>
    <p:sldLayoutId id="2147483675" r:id="rId5"/>
    <p:sldLayoutId id="2147483676" r:id="rId6"/>
    <p:sldLayoutId id="2147483677" r:id="rId7"/>
  </p:sldLayoutIdLs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ramasandeep-2003" TargetMode="External"/><Relationship Id="rId2" Type="http://schemas.openxmlformats.org/officeDocument/2006/relationships/hyperlink" Target="http://www.linkedin.com/in/rama-sandeep-gavini-b983b523b"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98;p1">
            <a:extLst>
              <a:ext uri="{FF2B5EF4-FFF2-40B4-BE49-F238E27FC236}">
                <a16:creationId xmlns:a16="http://schemas.microsoft.com/office/drawing/2014/main" id="{0EB09CDE-A4D9-6E0F-6A93-6F5BB28F0D15}"/>
              </a:ext>
            </a:extLst>
          </p:cNvPr>
          <p:cNvPicPr preferRelativeResize="0"/>
          <p:nvPr/>
        </p:nvPicPr>
        <p:blipFill rotWithShape="1">
          <a:blip r:embed="rId2">
            <a:alphaModFix/>
          </a:blip>
          <a:srcRect/>
          <a:stretch/>
        </p:blipFill>
        <p:spPr>
          <a:xfrm>
            <a:off x="0" y="0"/>
            <a:ext cx="9144000" cy="5143500"/>
          </a:xfrm>
          <a:prstGeom prst="rect">
            <a:avLst/>
          </a:prstGeom>
          <a:noFill/>
          <a:ln>
            <a:noFill/>
          </a:ln>
        </p:spPr>
      </p:pic>
      <p:pic>
        <p:nvPicPr>
          <p:cNvPr id="5" name="Picture 4">
            <a:extLst>
              <a:ext uri="{FF2B5EF4-FFF2-40B4-BE49-F238E27FC236}">
                <a16:creationId xmlns:a16="http://schemas.microsoft.com/office/drawing/2014/main" id="{DBB0192E-008C-9A05-2679-E0242BF4A913}"/>
              </a:ext>
            </a:extLst>
          </p:cNvPr>
          <p:cNvPicPr>
            <a:picLocks noChangeAspect="1"/>
          </p:cNvPicPr>
          <p:nvPr/>
        </p:nvPicPr>
        <p:blipFill>
          <a:blip r:embed="rId3"/>
          <a:stretch>
            <a:fillRect/>
          </a:stretch>
        </p:blipFill>
        <p:spPr>
          <a:xfrm>
            <a:off x="2784726" y="2882096"/>
            <a:ext cx="4310556" cy="960699"/>
          </a:xfrm>
          <a:prstGeom prst="rect">
            <a:avLst/>
          </a:prstGeom>
        </p:spPr>
      </p:pic>
    </p:spTree>
    <p:extLst>
      <p:ext uri="{BB962C8B-B14F-4D97-AF65-F5344CB8AC3E}">
        <p14:creationId xmlns:p14="http://schemas.microsoft.com/office/powerpoint/2010/main" val="16770442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67226E5-C9FA-B48A-21E7-A7F27F1188A4}"/>
              </a:ext>
            </a:extLst>
          </p:cNvPr>
          <p:cNvSpPr>
            <a:spLocks noGrp="1"/>
          </p:cNvSpPr>
          <p:nvPr>
            <p:ph type="body" idx="1"/>
          </p:nvPr>
        </p:nvSpPr>
        <p:spPr/>
        <p:txBody>
          <a:bodyPr/>
          <a:lstStyle/>
          <a:p>
            <a:pPr marL="285750" lvl="0" indent="-323850">
              <a:buClr>
                <a:schemeClr val="dk1"/>
              </a:buClr>
              <a:buSzPts val="2400"/>
              <a:buFont typeface="Arial"/>
              <a:buChar char="•"/>
            </a:pPr>
            <a:r>
              <a:rPr lang="en-IN" sz="2400"/>
              <a:t>Educational Background	</a:t>
            </a:r>
          </a:p>
          <a:p>
            <a:r>
              <a:rPr lang="en-US" sz="2400" b="1"/>
              <a:t>Bachelor of Technology  (</a:t>
            </a:r>
            <a:r>
              <a:rPr lang="en-US" sz="2400" b="1" err="1"/>
              <a:t>B.Tech</a:t>
            </a:r>
            <a:r>
              <a:rPr lang="en-US" sz="2400" b="1"/>
              <a:t>)</a:t>
            </a:r>
            <a:r>
              <a:rPr lang="en-US" sz="2400"/>
              <a:t> </a:t>
            </a:r>
          </a:p>
          <a:p>
            <a:r>
              <a:rPr lang="en-US" sz="2400" b="1"/>
              <a:t>Specialization:</a:t>
            </a:r>
            <a:r>
              <a:rPr lang="en-US" sz="2400"/>
              <a:t> Big Data	</a:t>
            </a:r>
          </a:p>
          <a:p>
            <a:r>
              <a:rPr lang="en-US" sz="2400" b="1"/>
              <a:t>Graduation Year:</a:t>
            </a:r>
            <a:r>
              <a:rPr lang="en-US" sz="2400"/>
              <a:t> 2025</a:t>
            </a:r>
          </a:p>
          <a:p>
            <a:pPr marL="285750" lvl="0" indent="-323850">
              <a:buClr>
                <a:schemeClr val="dk1"/>
              </a:buClr>
              <a:buSzPts val="2400"/>
              <a:buFont typeface="Arial"/>
              <a:buChar char="•"/>
            </a:pPr>
            <a:r>
              <a:rPr lang="en-US" sz="2000"/>
              <a:t>I've always been a curious person, and I love solving puzzles. </a:t>
            </a:r>
          </a:p>
          <a:p>
            <a:pPr marL="285750" lvl="0" indent="-323850">
              <a:buClr>
                <a:schemeClr val="dk1"/>
              </a:buClr>
              <a:buSzPts val="2400"/>
              <a:buFont typeface="Arial"/>
              <a:buChar char="•"/>
            </a:pPr>
            <a:r>
              <a:rPr lang="en-US" sz="2000"/>
              <a:t>To me, data science feels like the ultimate puzzle. </a:t>
            </a:r>
          </a:p>
          <a:p>
            <a:pPr marL="285750" lvl="0" indent="-323850">
              <a:buClr>
                <a:schemeClr val="dk1"/>
              </a:buClr>
              <a:buSzPts val="2400"/>
              <a:buFont typeface="Arial"/>
              <a:buChar char="•"/>
            </a:pPr>
            <a:r>
              <a:rPr lang="en-US" sz="2000"/>
              <a:t>You get to take a bunch of raw information, find the story hidden inside, and then use that story to help people make smarter decisions.</a:t>
            </a:r>
            <a:endParaRPr lang="en-IN" sz="2000"/>
          </a:p>
          <a:p>
            <a:pPr lvl="0">
              <a:buSzPts val="2400"/>
            </a:pPr>
            <a:endParaRPr lang="en-IN" sz="1100" b="1">
              <a:latin typeface="Calibri"/>
              <a:ea typeface="Calibri"/>
              <a:cs typeface="Calibri"/>
              <a:sym typeface="Calibri"/>
            </a:endParaRPr>
          </a:p>
          <a:p>
            <a:endParaRPr lang="en-IN"/>
          </a:p>
        </p:txBody>
      </p:sp>
      <p:sp>
        <p:nvSpPr>
          <p:cNvPr id="3" name="Title 2">
            <a:extLst>
              <a:ext uri="{FF2B5EF4-FFF2-40B4-BE49-F238E27FC236}">
                <a16:creationId xmlns:a16="http://schemas.microsoft.com/office/drawing/2014/main" id="{B1811A3E-2A55-F19C-C720-A9E9087492B8}"/>
              </a:ext>
            </a:extLst>
          </p:cNvPr>
          <p:cNvSpPr>
            <a:spLocks noGrp="1"/>
          </p:cNvSpPr>
          <p:nvPr>
            <p:ph type="title"/>
          </p:nvPr>
        </p:nvSpPr>
        <p:spPr/>
        <p:txBody>
          <a:bodyPr/>
          <a:lstStyle/>
          <a:p>
            <a:r>
              <a:rPr lang="en-IN" sz="2800">
                <a:solidFill>
                  <a:srgbClr val="FF0000"/>
                </a:solidFill>
                <a:latin typeface="Lato Black"/>
                <a:ea typeface="Lato Black"/>
                <a:cs typeface="Lato Black"/>
                <a:sym typeface="Lato Black"/>
              </a:rPr>
              <a:t>About me</a:t>
            </a:r>
            <a:br>
              <a:rPr lang="en-IN" sz="1600">
                <a:solidFill>
                  <a:srgbClr val="FF0000"/>
                </a:solidFill>
                <a:latin typeface="Calibri"/>
                <a:ea typeface="Calibri"/>
                <a:cs typeface="Calibri"/>
                <a:sym typeface="Calibri"/>
              </a:rPr>
            </a:br>
            <a:endParaRPr lang="en-IN"/>
          </a:p>
        </p:txBody>
      </p:sp>
    </p:spTree>
    <p:extLst>
      <p:ext uri="{BB962C8B-B14F-4D97-AF65-F5344CB8AC3E}">
        <p14:creationId xmlns:p14="http://schemas.microsoft.com/office/powerpoint/2010/main" val="21572483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379F7CD-4E98-9872-0523-453CE9D2F37D}"/>
              </a:ext>
            </a:extLst>
          </p:cNvPr>
          <p:cNvSpPr>
            <a:spLocks noGrp="1"/>
          </p:cNvSpPr>
          <p:nvPr>
            <p:ph type="body" idx="1"/>
          </p:nvPr>
        </p:nvSpPr>
        <p:spPr/>
        <p:txBody>
          <a:bodyPr/>
          <a:lstStyle/>
          <a:p>
            <a:r>
              <a:rPr lang="en-US" sz="2000"/>
              <a:t>I don't have traditional, full-time work experience, but I completed a three-month internship with </a:t>
            </a:r>
            <a:r>
              <a:rPr lang="en-US" sz="2000" b="1"/>
              <a:t>IBM</a:t>
            </a:r>
            <a:r>
              <a:rPr lang="en-US" sz="2000"/>
              <a:t> in the field of data analysis. During that internship, I worked on a project where I used </a:t>
            </a:r>
            <a:r>
              <a:rPr lang="en-US" sz="2000" b="1"/>
              <a:t>Python</a:t>
            </a:r>
            <a:r>
              <a:rPr lang="en-US" sz="2000"/>
              <a:t> to analyze customer data. I was responsible for cleaning the data, performing exploratory analysis, and creating reports. It was a great opportunity for me to apply the skills I learned in my </a:t>
            </a:r>
            <a:r>
              <a:rPr lang="en-US" sz="2000" err="1"/>
              <a:t>B.Tech</a:t>
            </a:r>
            <a:r>
              <a:rPr lang="en-US" sz="2000"/>
              <a:t> to a real-world business problem</a:t>
            </a:r>
          </a:p>
          <a:p>
            <a:r>
              <a:rPr lang="en-IN" sz="2000" b="1"/>
              <a:t>LinkedIn : </a:t>
            </a:r>
            <a:r>
              <a:rPr lang="en-IN" sz="2000">
                <a:hlinkClick r:id="rId2"/>
              </a:rPr>
              <a:t>www.linkedin.com/in/rama-sandeep-gavini-b983b523b</a:t>
            </a:r>
            <a:endParaRPr lang="en-IN" sz="2000"/>
          </a:p>
          <a:p>
            <a:r>
              <a:rPr lang="en-IN" sz="2000" b="1"/>
              <a:t>GitHub: </a:t>
            </a:r>
            <a:r>
              <a:rPr lang="en-IN" sz="2000" b="1">
                <a:hlinkClick r:id="rId3"/>
              </a:rPr>
              <a:t>https://github.com/ramasandeep-2003</a:t>
            </a:r>
            <a:endParaRPr lang="en-IN" sz="2000" b="1"/>
          </a:p>
          <a:p>
            <a:endParaRPr lang="en-IN"/>
          </a:p>
          <a:p>
            <a:endParaRPr lang="en-IN"/>
          </a:p>
        </p:txBody>
      </p:sp>
      <p:sp>
        <p:nvSpPr>
          <p:cNvPr id="3" name="Title 2">
            <a:extLst>
              <a:ext uri="{FF2B5EF4-FFF2-40B4-BE49-F238E27FC236}">
                <a16:creationId xmlns:a16="http://schemas.microsoft.com/office/drawing/2014/main" id="{A1FC9E7F-1DF3-F780-B999-1FF1DCC455B8}"/>
              </a:ext>
            </a:extLst>
          </p:cNvPr>
          <p:cNvSpPr>
            <a:spLocks noGrp="1"/>
          </p:cNvSpPr>
          <p:nvPr>
            <p:ph type="title"/>
          </p:nvPr>
        </p:nvSpPr>
        <p:spPr/>
        <p:txBody>
          <a:bodyPr/>
          <a:lstStyle/>
          <a:p>
            <a:r>
              <a:rPr lang="en-IN" sz="2800"/>
              <a:t>Experience and linkedin and GitHub URLs</a:t>
            </a:r>
          </a:p>
        </p:txBody>
      </p:sp>
    </p:spTree>
    <p:extLst>
      <p:ext uri="{BB962C8B-B14F-4D97-AF65-F5344CB8AC3E}">
        <p14:creationId xmlns:p14="http://schemas.microsoft.com/office/powerpoint/2010/main" val="1502632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AF33A38-CB15-A2E2-4BD9-6B8154122ECF}"/>
              </a:ext>
            </a:extLst>
          </p:cNvPr>
          <p:cNvSpPr>
            <a:spLocks noGrp="1"/>
          </p:cNvSpPr>
          <p:nvPr>
            <p:ph type="body" idx="1"/>
          </p:nvPr>
        </p:nvSpPr>
        <p:spPr/>
        <p:txBody>
          <a:bodyPr/>
          <a:lstStyle/>
          <a:p>
            <a:r>
              <a:rPr lang="en-US" sz="1800"/>
              <a:t>The objective of the music store data analysis project is to perform a comprehensive analysis of sales and customer data to uncover key business insights.</a:t>
            </a:r>
          </a:p>
          <a:p>
            <a:r>
              <a:rPr lang="en-US" sz="1800"/>
              <a:t>This includes:</a:t>
            </a:r>
          </a:p>
          <a:p>
            <a:r>
              <a:rPr lang="en-US" sz="1800" b="1"/>
              <a:t>Analyzing Sales Performance:</a:t>
            </a:r>
            <a:r>
              <a:rPr lang="en-US" sz="1800"/>
              <a:t> Understanding sales trends over time and identifying top-selling artists and albums.</a:t>
            </a:r>
          </a:p>
          <a:p>
            <a:r>
              <a:rPr lang="en-US" sz="1800" b="1"/>
              <a:t>Understanding Customer Behavior:</a:t>
            </a:r>
            <a:r>
              <a:rPr lang="en-US" sz="1800"/>
              <a:t> Pinpointing the best customers, determining regional preferences, and analyzing purchasing patterns.</a:t>
            </a:r>
          </a:p>
          <a:p>
            <a:r>
              <a:rPr lang="en-US" sz="1800" b="1"/>
              <a:t>Providing Actionable Recommendations:</a:t>
            </a:r>
            <a:r>
              <a:rPr lang="en-US" sz="1800"/>
              <a:t> Generating data-driven insights to help the business make informed decisions on marketing strategies and customer engagement.</a:t>
            </a:r>
          </a:p>
          <a:p>
            <a:pPr marL="152400" indent="0">
              <a:buNone/>
            </a:pPr>
            <a:endParaRPr lang="en-IN" sz="1800"/>
          </a:p>
        </p:txBody>
      </p:sp>
      <p:sp>
        <p:nvSpPr>
          <p:cNvPr id="3" name="Title 2">
            <a:extLst>
              <a:ext uri="{FF2B5EF4-FFF2-40B4-BE49-F238E27FC236}">
                <a16:creationId xmlns:a16="http://schemas.microsoft.com/office/drawing/2014/main" id="{1C905CC4-5A32-7EE5-4D06-7E5627E279CE}"/>
              </a:ext>
            </a:extLst>
          </p:cNvPr>
          <p:cNvSpPr>
            <a:spLocks noGrp="1"/>
          </p:cNvSpPr>
          <p:nvPr>
            <p:ph type="title"/>
          </p:nvPr>
        </p:nvSpPr>
        <p:spPr/>
        <p:txBody>
          <a:bodyPr/>
          <a:lstStyle/>
          <a:p>
            <a:r>
              <a:rPr lang="en-IN"/>
              <a:t>Objective of the project</a:t>
            </a:r>
          </a:p>
        </p:txBody>
      </p:sp>
    </p:spTree>
    <p:extLst>
      <p:ext uri="{BB962C8B-B14F-4D97-AF65-F5344CB8AC3E}">
        <p14:creationId xmlns:p14="http://schemas.microsoft.com/office/powerpoint/2010/main" val="18336799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963DC-4484-0BD4-E093-947A8035CBAE}"/>
              </a:ext>
            </a:extLst>
          </p:cNvPr>
          <p:cNvSpPr>
            <a:spLocks noGrp="1"/>
          </p:cNvSpPr>
          <p:nvPr>
            <p:ph type="title"/>
          </p:nvPr>
        </p:nvSpPr>
        <p:spPr>
          <a:xfrm>
            <a:off x="1162975" y="106533"/>
            <a:ext cx="7332955" cy="754602"/>
          </a:xfrm>
        </p:spPr>
        <p:txBody>
          <a:bodyPr/>
          <a:lstStyle/>
          <a:p>
            <a:r>
              <a:rPr lang="en-IN" b="1"/>
              <a:t>ER Diagram</a:t>
            </a:r>
            <a:endParaRPr lang="en-IN"/>
          </a:p>
        </p:txBody>
      </p:sp>
      <p:sp>
        <p:nvSpPr>
          <p:cNvPr id="3" name="Subtitle 2">
            <a:extLst>
              <a:ext uri="{FF2B5EF4-FFF2-40B4-BE49-F238E27FC236}">
                <a16:creationId xmlns:a16="http://schemas.microsoft.com/office/drawing/2014/main" id="{EBF41695-13F3-37C4-C4A2-02A226C9FA03}"/>
              </a:ext>
            </a:extLst>
          </p:cNvPr>
          <p:cNvSpPr>
            <a:spLocks noGrp="1"/>
          </p:cNvSpPr>
          <p:nvPr>
            <p:ph type="subTitle" idx="1"/>
          </p:nvPr>
        </p:nvSpPr>
        <p:spPr>
          <a:xfrm>
            <a:off x="1313895" y="559293"/>
            <a:ext cx="7546020" cy="3941685"/>
          </a:xfrm>
        </p:spPr>
        <p:txBody>
          <a:bodyPr/>
          <a:lstStyle/>
          <a:p>
            <a:endParaRPr lang="en-IN"/>
          </a:p>
        </p:txBody>
      </p:sp>
      <p:pic>
        <p:nvPicPr>
          <p:cNvPr id="6" name="Picture 5">
            <a:extLst>
              <a:ext uri="{FF2B5EF4-FFF2-40B4-BE49-F238E27FC236}">
                <a16:creationId xmlns:a16="http://schemas.microsoft.com/office/drawing/2014/main" id="{0187C932-BAFE-43D6-A80F-0A3522493367}"/>
              </a:ext>
            </a:extLst>
          </p:cNvPr>
          <p:cNvPicPr>
            <a:picLocks noChangeAspect="1"/>
          </p:cNvPicPr>
          <p:nvPr/>
        </p:nvPicPr>
        <p:blipFill>
          <a:blip r:embed="rId2"/>
          <a:stretch>
            <a:fillRect/>
          </a:stretch>
        </p:blipFill>
        <p:spPr>
          <a:xfrm>
            <a:off x="1313895" y="559293"/>
            <a:ext cx="7546019" cy="3941684"/>
          </a:xfrm>
          <a:prstGeom prst="rect">
            <a:avLst/>
          </a:prstGeom>
        </p:spPr>
      </p:pic>
    </p:spTree>
    <p:extLst>
      <p:ext uri="{BB962C8B-B14F-4D97-AF65-F5344CB8AC3E}">
        <p14:creationId xmlns:p14="http://schemas.microsoft.com/office/powerpoint/2010/main" val="35253518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36"/>
          <p:cNvSpPr txBox="1">
            <a:spLocks noGrp="1"/>
          </p:cNvSpPr>
          <p:nvPr>
            <p:ph type="title"/>
          </p:nvPr>
        </p:nvSpPr>
        <p:spPr>
          <a:xfrm>
            <a:off x="720000" y="387600"/>
            <a:ext cx="7704000" cy="612600"/>
          </a:xfrm>
          <a:prstGeom prst="rect">
            <a:avLst/>
          </a:prstGeom>
        </p:spPr>
        <p:txBody>
          <a:bodyPr spcFirstLastPara="1" wrap="square" lIns="91425" tIns="91425" rIns="91425" bIns="91425" anchor="t" anchorCtr="0">
            <a:noAutofit/>
          </a:bodyPr>
          <a:lstStyle/>
          <a:p>
            <a:pPr lvl="0"/>
            <a:r>
              <a:rPr lang="en-IN"/>
              <a:t>Schema Explanation</a:t>
            </a:r>
            <a:endParaRPr/>
          </a:p>
        </p:txBody>
      </p:sp>
      <p:sp>
        <p:nvSpPr>
          <p:cNvPr id="312" name="Google Shape;312;p36"/>
          <p:cNvSpPr txBox="1">
            <a:spLocks noGrp="1"/>
          </p:cNvSpPr>
          <p:nvPr>
            <p:ph type="body" idx="1"/>
          </p:nvPr>
        </p:nvSpPr>
        <p:spPr>
          <a:xfrm>
            <a:off x="720000" y="1112714"/>
            <a:ext cx="7155000" cy="3619800"/>
          </a:xfrm>
          <a:prstGeom prst="rect">
            <a:avLst/>
          </a:prstGeom>
        </p:spPr>
        <p:txBody>
          <a:bodyPr spcFirstLastPara="1" wrap="square" lIns="91425" tIns="91425" rIns="91425" bIns="91425" anchor="t" anchorCtr="0">
            <a:noAutofit/>
          </a:bodyPr>
          <a:lstStyle/>
          <a:p>
            <a:pPr marL="0" indent="0">
              <a:buNone/>
            </a:pPr>
            <a:r>
              <a:rPr lang="en-US" sz="2800"/>
              <a:t>Think of this diagram as the master plan for how a company organizes all its important employee and project information. Instead of putting everything in one big list, the information is split into smaller, linked tables to keep things neat and easy to manage.	</a:t>
            </a:r>
            <a:endParaRPr lang="en-IN" sz="2800"/>
          </a:p>
          <a:p>
            <a:pPr marL="0" lvl="0" indent="0" algn="l" rtl="0">
              <a:spcBef>
                <a:spcPts val="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37"/>
          <p:cNvSpPr txBox="1">
            <a:spLocks noGrp="1"/>
          </p:cNvSpPr>
          <p:nvPr>
            <p:ph type="subTitle" idx="1"/>
          </p:nvPr>
        </p:nvSpPr>
        <p:spPr>
          <a:xfrm>
            <a:off x="720000" y="1713391"/>
            <a:ext cx="8264202" cy="2932957"/>
          </a:xfrm>
          <a:prstGeom prst="rect">
            <a:avLst/>
          </a:prstGeom>
        </p:spPr>
        <p:txBody>
          <a:bodyPr spcFirstLastPara="1" wrap="square" lIns="91425" tIns="91425" rIns="91425" bIns="91425" anchor="t" anchorCtr="0">
            <a:noAutofit/>
          </a:bodyPr>
          <a:lstStyle/>
          <a:p>
            <a:r>
              <a:rPr lang="en-US" b="1"/>
              <a:t>Sales and Revenue Analysis</a:t>
            </a:r>
          </a:p>
          <a:p>
            <a:pPr>
              <a:buFont typeface="Arial" panose="020B0604020202020204" pitchFamily="34" charset="0"/>
              <a:buChar char="•"/>
            </a:pPr>
            <a:r>
              <a:rPr lang="en-US"/>
              <a:t>What are the total sales for each country?</a:t>
            </a:r>
          </a:p>
          <a:p>
            <a:pPr>
              <a:buFont typeface="Arial" panose="020B0604020202020204" pitchFamily="34" charset="0"/>
              <a:buChar char="•"/>
            </a:pPr>
            <a:r>
              <a:rPr lang="en-US"/>
              <a:t>Which media types (e.g., MPEG, AAC) are the most popular by the number of tracks sold?</a:t>
            </a:r>
          </a:p>
          <a:p>
            <a:pPr>
              <a:buFont typeface="Arial" panose="020B0604020202020204" pitchFamily="34" charset="0"/>
              <a:buChar char="•"/>
            </a:pPr>
            <a:r>
              <a:rPr lang="en-US"/>
              <a:t>How has monthly sales revenue trended over the last two years?</a:t>
            </a:r>
          </a:p>
          <a:p>
            <a:r>
              <a:rPr lang="en-US" b="1"/>
              <a:t>Customer Behavior Analysis</a:t>
            </a:r>
          </a:p>
          <a:p>
            <a:pPr>
              <a:buFont typeface="Arial" panose="020B0604020202020204" pitchFamily="34" charset="0"/>
              <a:buChar char="•"/>
            </a:pPr>
            <a:r>
              <a:rPr lang="en-US"/>
              <a:t>Who are the top 10 customers by total spending?</a:t>
            </a:r>
          </a:p>
          <a:p>
            <a:pPr>
              <a:buFont typeface="Arial" panose="020B0604020202020204" pitchFamily="34" charset="0"/>
              <a:buChar char="•"/>
            </a:pPr>
            <a:r>
              <a:rPr lang="en-US"/>
              <a:t>What is the average number of tracks purchased per invoice?</a:t>
            </a:r>
          </a:p>
          <a:p>
            <a:pPr>
              <a:buFont typeface="Arial" panose="020B0604020202020204" pitchFamily="34" charset="0"/>
              <a:buChar char="•"/>
            </a:pPr>
            <a:r>
              <a:rPr lang="en-US"/>
              <a:t>Do customers from different countries show a preference for specific music genres?</a:t>
            </a:r>
          </a:p>
          <a:p>
            <a:endParaRPr lang="en-IN"/>
          </a:p>
          <a:p>
            <a:pPr marL="0" lvl="0" indent="0" algn="l" rtl="0">
              <a:spcBef>
                <a:spcPts val="0"/>
              </a:spcBef>
              <a:spcAft>
                <a:spcPts val="0"/>
              </a:spcAft>
              <a:buNone/>
            </a:pPr>
            <a:endParaRPr/>
          </a:p>
        </p:txBody>
      </p:sp>
      <p:sp>
        <p:nvSpPr>
          <p:cNvPr id="319" name="Google Shape;319;p37"/>
          <p:cNvSpPr txBox="1">
            <a:spLocks noGrp="1"/>
          </p:cNvSpPr>
          <p:nvPr>
            <p:ph type="title"/>
          </p:nvPr>
        </p:nvSpPr>
        <p:spPr>
          <a:xfrm>
            <a:off x="1500326" y="497151"/>
            <a:ext cx="6409678" cy="1216240"/>
          </a:xfrm>
          <a:prstGeom prst="rect">
            <a:avLst/>
          </a:prstGeom>
        </p:spPr>
        <p:txBody>
          <a:bodyPr spcFirstLastPara="1" wrap="square" lIns="91425" tIns="91425" rIns="91425" bIns="91425" anchor="b" anchorCtr="0">
            <a:noAutofit/>
          </a:bodyPr>
          <a:lstStyle/>
          <a:p>
            <a:pPr lvl="0"/>
            <a:r>
              <a:rPr lang="en-IN" sz="3200" b="1"/>
              <a:t>Key analysis questions</a:t>
            </a:r>
            <a:endParaRPr sz="32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23">
          <a:extLst>
            <a:ext uri="{FF2B5EF4-FFF2-40B4-BE49-F238E27FC236}">
              <a16:creationId xmlns:a16="http://schemas.microsoft.com/office/drawing/2014/main" id="{6F776B04-61D6-7FC4-40F9-4B112964F3F1}"/>
            </a:ext>
          </a:extLst>
        </p:cNvPr>
        <p:cNvGrpSpPr/>
        <p:nvPr/>
      </p:nvGrpSpPr>
      <p:grpSpPr>
        <a:xfrm>
          <a:off x="0" y="0"/>
          <a:ext cx="0" cy="0"/>
          <a:chOff x="0" y="0"/>
          <a:chExt cx="0" cy="0"/>
        </a:xfrm>
      </p:grpSpPr>
      <p:sp>
        <p:nvSpPr>
          <p:cNvPr id="324" name="Google Shape;324;p38">
            <a:extLst>
              <a:ext uri="{FF2B5EF4-FFF2-40B4-BE49-F238E27FC236}">
                <a16:creationId xmlns:a16="http://schemas.microsoft.com/office/drawing/2014/main" id="{0B637200-91F8-2CE6-C679-A17DB389D0C7}"/>
              </a:ext>
            </a:extLst>
          </p:cNvPr>
          <p:cNvSpPr txBox="1">
            <a:spLocks noGrp="1"/>
          </p:cNvSpPr>
          <p:nvPr>
            <p:ph type="title"/>
          </p:nvPr>
        </p:nvSpPr>
        <p:spPr>
          <a:xfrm>
            <a:off x="1455599" y="426128"/>
            <a:ext cx="5628781" cy="674703"/>
          </a:xfrm>
          <a:prstGeom prst="rect">
            <a:avLst/>
          </a:prstGeom>
        </p:spPr>
        <p:txBody>
          <a:bodyPr spcFirstLastPara="1" wrap="square" lIns="91425" tIns="91425" rIns="91425" bIns="91425" anchor="t" anchorCtr="0">
            <a:noAutofit/>
          </a:bodyPr>
          <a:lstStyle/>
          <a:p>
            <a:pPr lvl="0"/>
            <a:r>
              <a:rPr lang="en-US"/>
              <a:t>1. Who is the senior most employee based on job title?</a:t>
            </a:r>
            <a:endParaRPr/>
          </a:p>
        </p:txBody>
      </p:sp>
      <p:sp>
        <p:nvSpPr>
          <p:cNvPr id="325" name="Google Shape;325;p38">
            <a:extLst>
              <a:ext uri="{FF2B5EF4-FFF2-40B4-BE49-F238E27FC236}">
                <a16:creationId xmlns:a16="http://schemas.microsoft.com/office/drawing/2014/main" id="{17C75E52-59E8-EC09-4113-02940B8C74AA}"/>
              </a:ext>
            </a:extLst>
          </p:cNvPr>
          <p:cNvSpPr txBox="1">
            <a:spLocks noGrp="1"/>
          </p:cNvSpPr>
          <p:nvPr>
            <p:ph type="subTitle" idx="1"/>
          </p:nvPr>
        </p:nvSpPr>
        <p:spPr>
          <a:xfrm>
            <a:off x="1455600" y="1322773"/>
            <a:ext cx="6232800" cy="330249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IN"/>
              <a:t>		</a:t>
            </a:r>
            <a:endParaRPr/>
          </a:p>
        </p:txBody>
      </p:sp>
      <p:sp>
        <p:nvSpPr>
          <p:cNvPr id="7" name="TextBox 6">
            <a:extLst>
              <a:ext uri="{FF2B5EF4-FFF2-40B4-BE49-F238E27FC236}">
                <a16:creationId xmlns:a16="http://schemas.microsoft.com/office/drawing/2014/main" id="{8D025760-D134-E128-37E6-DC7F71FB4508}"/>
              </a:ext>
            </a:extLst>
          </p:cNvPr>
          <p:cNvSpPr txBox="1"/>
          <p:nvPr/>
        </p:nvSpPr>
        <p:spPr>
          <a:xfrm>
            <a:off x="4269989" y="1882629"/>
            <a:ext cx="4039340" cy="523220"/>
          </a:xfrm>
          <a:prstGeom prst="rect">
            <a:avLst/>
          </a:prstGeom>
          <a:noFill/>
        </p:spPr>
        <p:txBody>
          <a:bodyPr wrap="square">
            <a:spAutoFit/>
          </a:bodyPr>
          <a:lstStyle/>
          <a:p>
            <a:pPr marL="285750" indent="-285750">
              <a:buFont typeface="Arial" panose="020B0604020202020204" pitchFamily="34" charset="0"/>
              <a:buChar char="•"/>
            </a:pPr>
            <a:r>
              <a:rPr lang="en-US"/>
              <a:t>Madan </a:t>
            </a:r>
            <a:r>
              <a:rPr lang="en-US" err="1"/>
              <a:t>mohan</a:t>
            </a:r>
            <a:r>
              <a:rPr lang="en-US"/>
              <a:t> is the senior most, employee based on job title</a:t>
            </a:r>
            <a:endParaRPr lang="en-IN"/>
          </a:p>
        </p:txBody>
      </p:sp>
      <p:pic>
        <p:nvPicPr>
          <p:cNvPr id="9" name="Picture 8">
            <a:extLst>
              <a:ext uri="{FF2B5EF4-FFF2-40B4-BE49-F238E27FC236}">
                <a16:creationId xmlns:a16="http://schemas.microsoft.com/office/drawing/2014/main" id="{119EAD6D-661E-3B83-B2F1-5775CA1827D4}"/>
              </a:ext>
            </a:extLst>
          </p:cNvPr>
          <p:cNvPicPr>
            <a:picLocks noChangeAspect="1"/>
          </p:cNvPicPr>
          <p:nvPr/>
        </p:nvPicPr>
        <p:blipFill>
          <a:blip r:embed="rId3"/>
          <a:stretch>
            <a:fillRect/>
          </a:stretch>
        </p:blipFill>
        <p:spPr>
          <a:xfrm>
            <a:off x="1630788" y="1345588"/>
            <a:ext cx="2390796" cy="1864213"/>
          </a:xfrm>
          <a:prstGeom prst="rect">
            <a:avLst/>
          </a:prstGeom>
        </p:spPr>
      </p:pic>
      <p:pic>
        <p:nvPicPr>
          <p:cNvPr id="11" name="Picture 10">
            <a:extLst>
              <a:ext uri="{FF2B5EF4-FFF2-40B4-BE49-F238E27FC236}">
                <a16:creationId xmlns:a16="http://schemas.microsoft.com/office/drawing/2014/main" id="{A0C9C2FC-99A7-7425-D512-889537206923}"/>
              </a:ext>
            </a:extLst>
          </p:cNvPr>
          <p:cNvPicPr>
            <a:picLocks noChangeAspect="1"/>
          </p:cNvPicPr>
          <p:nvPr/>
        </p:nvPicPr>
        <p:blipFill>
          <a:blip r:embed="rId4"/>
          <a:stretch>
            <a:fillRect/>
          </a:stretch>
        </p:blipFill>
        <p:spPr>
          <a:xfrm>
            <a:off x="958787" y="3444536"/>
            <a:ext cx="7981027" cy="945996"/>
          </a:xfrm>
          <a:prstGeom prst="rect">
            <a:avLst/>
          </a:prstGeom>
        </p:spPr>
      </p:pic>
    </p:spTree>
    <p:extLst>
      <p:ext uri="{BB962C8B-B14F-4D97-AF65-F5344CB8AC3E}">
        <p14:creationId xmlns:p14="http://schemas.microsoft.com/office/powerpoint/2010/main" val="5004334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455B0-1DDD-BFDF-901D-CB76D60D65E2}"/>
              </a:ext>
            </a:extLst>
          </p:cNvPr>
          <p:cNvSpPr>
            <a:spLocks noGrp="1"/>
          </p:cNvSpPr>
          <p:nvPr>
            <p:ph type="title"/>
          </p:nvPr>
        </p:nvSpPr>
        <p:spPr>
          <a:xfrm>
            <a:off x="994299" y="195309"/>
            <a:ext cx="6631619" cy="710213"/>
          </a:xfrm>
        </p:spPr>
        <p:txBody>
          <a:bodyPr/>
          <a:lstStyle/>
          <a:p>
            <a:r>
              <a:rPr lang="en-US" sz="2400"/>
              <a:t>2. Which countries have the most Invoices?</a:t>
            </a:r>
            <a:endParaRPr lang="en-IN" sz="2400"/>
          </a:p>
        </p:txBody>
      </p:sp>
      <p:sp>
        <p:nvSpPr>
          <p:cNvPr id="3" name="Subtitle 2">
            <a:extLst>
              <a:ext uri="{FF2B5EF4-FFF2-40B4-BE49-F238E27FC236}">
                <a16:creationId xmlns:a16="http://schemas.microsoft.com/office/drawing/2014/main" id="{8F54E4E2-F964-81CB-0852-5ABBED946186}"/>
              </a:ext>
            </a:extLst>
          </p:cNvPr>
          <p:cNvSpPr>
            <a:spLocks noGrp="1"/>
          </p:cNvSpPr>
          <p:nvPr>
            <p:ph type="subTitle" idx="1"/>
          </p:nvPr>
        </p:nvSpPr>
        <p:spPr>
          <a:xfrm>
            <a:off x="1056443" y="790113"/>
            <a:ext cx="7972147" cy="3790765"/>
          </a:xfrm>
        </p:spPr>
        <p:txBody>
          <a:bodyPr/>
          <a:lstStyle/>
          <a:p>
            <a:r>
              <a:rPr lang="en-IN"/>
              <a:t> </a:t>
            </a:r>
          </a:p>
          <a:p>
            <a:endParaRPr lang="en-IN"/>
          </a:p>
          <a:p>
            <a:endParaRPr lang="en-US" sz="2000" b="0"/>
          </a:p>
          <a:p>
            <a:endParaRPr lang="en-US" sz="2000" b="0"/>
          </a:p>
          <a:p>
            <a:pPr>
              <a:buFont typeface="Arial" panose="020B0604020202020204" pitchFamily="34" charset="0"/>
              <a:buChar char="•"/>
            </a:pPr>
            <a:r>
              <a:rPr lang="en-US" sz="2000" b="0"/>
              <a:t>Usa ,</a:t>
            </a:r>
            <a:r>
              <a:rPr lang="en-US" sz="2000" b="0" err="1"/>
              <a:t>Canada,brazil,France,Germany</a:t>
            </a:r>
            <a:r>
              <a:rPr lang="en-US" sz="2000" b="0"/>
              <a:t> are</a:t>
            </a:r>
          </a:p>
          <a:p>
            <a:pPr marL="114300" indent="0"/>
            <a:r>
              <a:rPr lang="en-US" sz="2000" b="0"/>
              <a:t>the</a:t>
            </a:r>
          </a:p>
          <a:p>
            <a:pPr marL="114300" indent="0"/>
            <a:r>
              <a:rPr lang="en-US" sz="2000" b="0"/>
              <a:t>countries have the most Invoices</a:t>
            </a:r>
            <a:endParaRPr lang="en-IN" sz="2000" b="0"/>
          </a:p>
        </p:txBody>
      </p:sp>
      <p:pic>
        <p:nvPicPr>
          <p:cNvPr id="8" name="Picture 7">
            <a:extLst>
              <a:ext uri="{FF2B5EF4-FFF2-40B4-BE49-F238E27FC236}">
                <a16:creationId xmlns:a16="http://schemas.microsoft.com/office/drawing/2014/main" id="{CEE99921-9960-7B6E-700A-C2C4A56F961C}"/>
              </a:ext>
            </a:extLst>
          </p:cNvPr>
          <p:cNvPicPr>
            <a:picLocks noChangeAspect="1"/>
          </p:cNvPicPr>
          <p:nvPr/>
        </p:nvPicPr>
        <p:blipFill>
          <a:blip r:embed="rId2"/>
          <a:stretch>
            <a:fillRect/>
          </a:stretch>
        </p:blipFill>
        <p:spPr>
          <a:xfrm>
            <a:off x="1132697" y="856986"/>
            <a:ext cx="5191850" cy="1886213"/>
          </a:xfrm>
          <a:prstGeom prst="rect">
            <a:avLst/>
          </a:prstGeom>
        </p:spPr>
      </p:pic>
      <p:pic>
        <p:nvPicPr>
          <p:cNvPr id="10" name="Picture 9">
            <a:extLst>
              <a:ext uri="{FF2B5EF4-FFF2-40B4-BE49-F238E27FC236}">
                <a16:creationId xmlns:a16="http://schemas.microsoft.com/office/drawing/2014/main" id="{9D17DC81-3706-6F85-6CA6-54B32A56F8E4}"/>
              </a:ext>
            </a:extLst>
          </p:cNvPr>
          <p:cNvPicPr>
            <a:picLocks noChangeAspect="1"/>
          </p:cNvPicPr>
          <p:nvPr/>
        </p:nvPicPr>
        <p:blipFill>
          <a:blip r:embed="rId3"/>
          <a:stretch>
            <a:fillRect/>
          </a:stretch>
        </p:blipFill>
        <p:spPr>
          <a:xfrm>
            <a:off x="6324547" y="2907144"/>
            <a:ext cx="2657846" cy="1446243"/>
          </a:xfrm>
          <a:prstGeom prst="rect">
            <a:avLst/>
          </a:prstGeom>
        </p:spPr>
      </p:pic>
    </p:spTree>
    <p:extLst>
      <p:ext uri="{BB962C8B-B14F-4D97-AF65-F5344CB8AC3E}">
        <p14:creationId xmlns:p14="http://schemas.microsoft.com/office/powerpoint/2010/main" val="2929722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0452A-CEE9-0536-F23F-E5201F113D9E}"/>
              </a:ext>
            </a:extLst>
          </p:cNvPr>
          <p:cNvSpPr>
            <a:spLocks noGrp="1"/>
          </p:cNvSpPr>
          <p:nvPr>
            <p:ph type="title"/>
          </p:nvPr>
        </p:nvSpPr>
        <p:spPr>
          <a:xfrm>
            <a:off x="967667" y="346230"/>
            <a:ext cx="5379867" cy="585926"/>
          </a:xfrm>
        </p:spPr>
        <p:txBody>
          <a:bodyPr/>
          <a:lstStyle/>
          <a:p>
            <a:r>
              <a:rPr lang="en-US"/>
              <a:t>3. What are the top 3 values of total invoice?</a:t>
            </a:r>
            <a:endParaRPr lang="en-IN"/>
          </a:p>
        </p:txBody>
      </p:sp>
      <p:sp>
        <p:nvSpPr>
          <p:cNvPr id="3" name="Subtitle 2">
            <a:extLst>
              <a:ext uri="{FF2B5EF4-FFF2-40B4-BE49-F238E27FC236}">
                <a16:creationId xmlns:a16="http://schemas.microsoft.com/office/drawing/2014/main" id="{AD5D9BA9-F020-CD4C-7D10-12E7836883C6}"/>
              </a:ext>
            </a:extLst>
          </p:cNvPr>
          <p:cNvSpPr>
            <a:spLocks noGrp="1"/>
          </p:cNvSpPr>
          <p:nvPr>
            <p:ph type="subTitle" idx="1"/>
          </p:nvPr>
        </p:nvSpPr>
        <p:spPr>
          <a:xfrm>
            <a:off x="1162975" y="932156"/>
            <a:ext cx="7466458" cy="3630966"/>
          </a:xfrm>
        </p:spPr>
        <p:txBody>
          <a:bodyPr/>
          <a:lstStyle/>
          <a:p>
            <a:endParaRPr lang="en-US" b="0"/>
          </a:p>
          <a:p>
            <a:endParaRPr lang="en-US" b="0"/>
          </a:p>
          <a:p>
            <a:endParaRPr lang="en-US" b="0"/>
          </a:p>
          <a:p>
            <a:endParaRPr lang="en-US" b="0"/>
          </a:p>
          <a:p>
            <a:pPr marL="571500" indent="-457200">
              <a:buFont typeface="Arial" panose="020B0604020202020204" pitchFamily="34" charset="0"/>
              <a:buChar char="•"/>
            </a:pPr>
            <a:r>
              <a:rPr lang="en-US" b="0">
                <a:latin typeface="+mn-lt"/>
              </a:rPr>
              <a:t>The top three values of the invoice totals are $23.76, $19.80, and $19.80.</a:t>
            </a:r>
            <a:endParaRPr lang="en-IN" b="0">
              <a:latin typeface="+mn-lt"/>
            </a:endParaRPr>
          </a:p>
        </p:txBody>
      </p:sp>
      <p:pic>
        <p:nvPicPr>
          <p:cNvPr id="4" name="Picture 3">
            <a:extLst>
              <a:ext uri="{FF2B5EF4-FFF2-40B4-BE49-F238E27FC236}">
                <a16:creationId xmlns:a16="http://schemas.microsoft.com/office/drawing/2014/main" id="{DEE08C14-3811-6997-B958-0606604AA01B}"/>
              </a:ext>
            </a:extLst>
          </p:cNvPr>
          <p:cNvPicPr>
            <a:picLocks noChangeAspect="1"/>
          </p:cNvPicPr>
          <p:nvPr/>
        </p:nvPicPr>
        <p:blipFill>
          <a:blip r:embed="rId2"/>
          <a:stretch>
            <a:fillRect/>
          </a:stretch>
        </p:blipFill>
        <p:spPr>
          <a:xfrm>
            <a:off x="1368122" y="1075620"/>
            <a:ext cx="3670125" cy="1891431"/>
          </a:xfrm>
          <a:prstGeom prst="rect">
            <a:avLst/>
          </a:prstGeom>
        </p:spPr>
      </p:pic>
      <p:pic>
        <p:nvPicPr>
          <p:cNvPr id="6" name="Picture 5">
            <a:extLst>
              <a:ext uri="{FF2B5EF4-FFF2-40B4-BE49-F238E27FC236}">
                <a16:creationId xmlns:a16="http://schemas.microsoft.com/office/drawing/2014/main" id="{AEEA952D-90D3-D89D-5F0C-1B86EB277F80}"/>
              </a:ext>
            </a:extLst>
          </p:cNvPr>
          <p:cNvPicPr>
            <a:picLocks noChangeAspect="1"/>
          </p:cNvPicPr>
          <p:nvPr/>
        </p:nvPicPr>
        <p:blipFill>
          <a:blip r:embed="rId3"/>
          <a:stretch>
            <a:fillRect/>
          </a:stretch>
        </p:blipFill>
        <p:spPr>
          <a:xfrm>
            <a:off x="5752731" y="1518082"/>
            <a:ext cx="1447060" cy="1229557"/>
          </a:xfrm>
          <a:prstGeom prst="rect">
            <a:avLst/>
          </a:prstGeom>
        </p:spPr>
      </p:pic>
    </p:spTree>
    <p:extLst>
      <p:ext uri="{BB962C8B-B14F-4D97-AF65-F5344CB8AC3E}">
        <p14:creationId xmlns:p14="http://schemas.microsoft.com/office/powerpoint/2010/main" val="39042211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81A97-0FA2-0E8D-9E1F-C1114A386124}"/>
              </a:ext>
            </a:extLst>
          </p:cNvPr>
          <p:cNvSpPr>
            <a:spLocks noGrp="1"/>
          </p:cNvSpPr>
          <p:nvPr>
            <p:ph type="title"/>
          </p:nvPr>
        </p:nvSpPr>
        <p:spPr>
          <a:xfrm>
            <a:off x="1216240" y="159799"/>
            <a:ext cx="7625917" cy="1029809"/>
          </a:xfrm>
        </p:spPr>
        <p:txBody>
          <a:bodyPr/>
          <a:lstStyle/>
          <a:p>
            <a:r>
              <a:rPr lang="en-US" sz="1600"/>
              <a:t>4. Which city has the best customers? - We would like to throw a promotional Music Festival in the city we made the most money.  Write a query that returns one city that has the highest sum of invoice totals.  Return both the city name &amp; sum of all invoice totals</a:t>
            </a:r>
            <a:endParaRPr lang="en-IN" sz="1600"/>
          </a:p>
        </p:txBody>
      </p:sp>
      <p:sp>
        <p:nvSpPr>
          <p:cNvPr id="3" name="Subtitle 2">
            <a:extLst>
              <a:ext uri="{FF2B5EF4-FFF2-40B4-BE49-F238E27FC236}">
                <a16:creationId xmlns:a16="http://schemas.microsoft.com/office/drawing/2014/main" id="{21EAE27F-465B-EB4A-A940-6489A2C94E50}"/>
              </a:ext>
            </a:extLst>
          </p:cNvPr>
          <p:cNvSpPr>
            <a:spLocks noGrp="1"/>
          </p:cNvSpPr>
          <p:nvPr>
            <p:ph type="subTitle" idx="1"/>
          </p:nvPr>
        </p:nvSpPr>
        <p:spPr>
          <a:xfrm>
            <a:off x="1216241" y="1331649"/>
            <a:ext cx="7750206" cy="3045041"/>
          </a:xfrm>
        </p:spPr>
        <p:txBody>
          <a:bodyPr/>
          <a:lstStyle/>
          <a:p>
            <a:endParaRPr lang="en-IN"/>
          </a:p>
          <a:p>
            <a:endParaRPr lang="en-IN"/>
          </a:p>
          <a:p>
            <a:endParaRPr lang="en-IN"/>
          </a:p>
          <a:p>
            <a:endParaRPr lang="en-IN"/>
          </a:p>
          <a:p>
            <a:r>
              <a:rPr lang="en-IN"/>
              <a:t>Prague has the best customer.</a:t>
            </a:r>
          </a:p>
        </p:txBody>
      </p:sp>
      <p:pic>
        <p:nvPicPr>
          <p:cNvPr id="5" name="Picture 4">
            <a:extLst>
              <a:ext uri="{FF2B5EF4-FFF2-40B4-BE49-F238E27FC236}">
                <a16:creationId xmlns:a16="http://schemas.microsoft.com/office/drawing/2014/main" id="{2AE0608B-3A78-BB99-5982-703FC2366894}"/>
              </a:ext>
            </a:extLst>
          </p:cNvPr>
          <p:cNvPicPr>
            <a:picLocks noChangeAspect="1"/>
          </p:cNvPicPr>
          <p:nvPr/>
        </p:nvPicPr>
        <p:blipFill>
          <a:blip r:embed="rId2"/>
          <a:stretch>
            <a:fillRect/>
          </a:stretch>
        </p:blipFill>
        <p:spPr>
          <a:xfrm>
            <a:off x="1309263" y="1423758"/>
            <a:ext cx="2743583" cy="1752845"/>
          </a:xfrm>
          <a:prstGeom prst="rect">
            <a:avLst/>
          </a:prstGeom>
        </p:spPr>
      </p:pic>
      <p:pic>
        <p:nvPicPr>
          <p:cNvPr id="7" name="Picture 6">
            <a:extLst>
              <a:ext uri="{FF2B5EF4-FFF2-40B4-BE49-F238E27FC236}">
                <a16:creationId xmlns:a16="http://schemas.microsoft.com/office/drawing/2014/main" id="{C015F228-38B7-592A-4F94-466CDD0681BF}"/>
              </a:ext>
            </a:extLst>
          </p:cNvPr>
          <p:cNvPicPr>
            <a:picLocks noChangeAspect="1"/>
          </p:cNvPicPr>
          <p:nvPr/>
        </p:nvPicPr>
        <p:blipFill>
          <a:blip r:embed="rId3"/>
          <a:stretch>
            <a:fillRect/>
          </a:stretch>
        </p:blipFill>
        <p:spPr>
          <a:xfrm>
            <a:off x="5091156" y="2300180"/>
            <a:ext cx="1924319" cy="701336"/>
          </a:xfrm>
          <a:prstGeom prst="rect">
            <a:avLst/>
          </a:prstGeom>
        </p:spPr>
      </p:pic>
    </p:spTree>
    <p:extLst>
      <p:ext uri="{BB962C8B-B14F-4D97-AF65-F5344CB8AC3E}">
        <p14:creationId xmlns:p14="http://schemas.microsoft.com/office/powerpoint/2010/main" val="32704231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13A36-3BE4-0F1F-44B4-ED47461AAA7F}"/>
              </a:ext>
            </a:extLst>
          </p:cNvPr>
          <p:cNvSpPr>
            <a:spLocks noGrp="1"/>
          </p:cNvSpPr>
          <p:nvPr>
            <p:ph type="title"/>
          </p:nvPr>
        </p:nvSpPr>
        <p:spPr>
          <a:xfrm>
            <a:off x="1145219" y="0"/>
            <a:ext cx="7741329" cy="958788"/>
          </a:xfrm>
        </p:spPr>
        <p:txBody>
          <a:bodyPr/>
          <a:lstStyle/>
          <a:p>
            <a:r>
              <a:rPr lang="en-US"/>
              <a:t>5.  ? The customer who has spent the most money will be declared the best customer. Write a query that returns the person who has spent the most money.</a:t>
            </a:r>
            <a:endParaRPr lang="en-IN"/>
          </a:p>
        </p:txBody>
      </p:sp>
      <p:sp>
        <p:nvSpPr>
          <p:cNvPr id="3" name="Subtitle 2">
            <a:extLst>
              <a:ext uri="{FF2B5EF4-FFF2-40B4-BE49-F238E27FC236}">
                <a16:creationId xmlns:a16="http://schemas.microsoft.com/office/drawing/2014/main" id="{3C1B6D78-7611-DA42-C4C3-108EB2B4BC80}"/>
              </a:ext>
            </a:extLst>
          </p:cNvPr>
          <p:cNvSpPr>
            <a:spLocks noGrp="1"/>
          </p:cNvSpPr>
          <p:nvPr>
            <p:ph type="subTitle" idx="1"/>
          </p:nvPr>
        </p:nvSpPr>
        <p:spPr>
          <a:xfrm>
            <a:off x="1145218" y="958788"/>
            <a:ext cx="7741329" cy="3551068"/>
          </a:xfrm>
        </p:spPr>
        <p:txBody>
          <a:bodyPr/>
          <a:lstStyle/>
          <a:p>
            <a:endParaRPr lang="en-IN" sz="1800"/>
          </a:p>
          <a:p>
            <a:endParaRPr lang="en-IN" sz="1800"/>
          </a:p>
          <a:p>
            <a:endParaRPr lang="en-IN" sz="1800"/>
          </a:p>
          <a:p>
            <a:endParaRPr lang="en-IN" sz="1800"/>
          </a:p>
          <a:p>
            <a:endParaRPr lang="en-IN" sz="1800"/>
          </a:p>
          <a:p>
            <a:endParaRPr lang="en-IN" sz="1800"/>
          </a:p>
          <a:p>
            <a:endParaRPr lang="en-IN" sz="1800"/>
          </a:p>
          <a:p>
            <a:endParaRPr lang="en-US" sz="1800"/>
          </a:p>
          <a:p>
            <a:r>
              <a:rPr lang="en-US" sz="1800"/>
              <a:t>The best customer, based on total spending, is František Wichterlová, who has spent a total of $144.54.</a:t>
            </a:r>
            <a:endParaRPr lang="en-IN" sz="1800"/>
          </a:p>
        </p:txBody>
      </p:sp>
      <p:pic>
        <p:nvPicPr>
          <p:cNvPr id="4" name="Picture 3">
            <a:extLst>
              <a:ext uri="{FF2B5EF4-FFF2-40B4-BE49-F238E27FC236}">
                <a16:creationId xmlns:a16="http://schemas.microsoft.com/office/drawing/2014/main" id="{D5705AB7-C9AF-8B06-EA9C-0F4B9EFA6038}"/>
              </a:ext>
            </a:extLst>
          </p:cNvPr>
          <p:cNvPicPr>
            <a:picLocks noChangeAspect="1"/>
          </p:cNvPicPr>
          <p:nvPr/>
        </p:nvPicPr>
        <p:blipFill>
          <a:blip r:embed="rId2"/>
          <a:stretch>
            <a:fillRect/>
          </a:stretch>
        </p:blipFill>
        <p:spPr>
          <a:xfrm>
            <a:off x="1517726" y="1074198"/>
            <a:ext cx="4927107" cy="2372056"/>
          </a:xfrm>
          <a:prstGeom prst="rect">
            <a:avLst/>
          </a:prstGeom>
        </p:spPr>
      </p:pic>
      <p:pic>
        <p:nvPicPr>
          <p:cNvPr id="6" name="Picture 5">
            <a:extLst>
              <a:ext uri="{FF2B5EF4-FFF2-40B4-BE49-F238E27FC236}">
                <a16:creationId xmlns:a16="http://schemas.microsoft.com/office/drawing/2014/main" id="{890170E0-39CA-8077-C6CF-8AA79B084C21}"/>
              </a:ext>
            </a:extLst>
          </p:cNvPr>
          <p:cNvPicPr>
            <a:picLocks noChangeAspect="1"/>
          </p:cNvPicPr>
          <p:nvPr/>
        </p:nvPicPr>
        <p:blipFill>
          <a:blip r:embed="rId3"/>
          <a:stretch>
            <a:fillRect/>
          </a:stretch>
        </p:blipFill>
        <p:spPr>
          <a:xfrm>
            <a:off x="6578354" y="2148033"/>
            <a:ext cx="2210540" cy="581106"/>
          </a:xfrm>
          <a:prstGeom prst="rect">
            <a:avLst/>
          </a:prstGeom>
        </p:spPr>
      </p:pic>
    </p:spTree>
    <p:extLst>
      <p:ext uri="{BB962C8B-B14F-4D97-AF65-F5344CB8AC3E}">
        <p14:creationId xmlns:p14="http://schemas.microsoft.com/office/powerpoint/2010/main" val="18369800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36BF2-47C1-DFB3-8201-77DD5D232E98}"/>
              </a:ext>
            </a:extLst>
          </p:cNvPr>
          <p:cNvSpPr>
            <a:spLocks noGrp="1"/>
          </p:cNvSpPr>
          <p:nvPr>
            <p:ph type="title"/>
          </p:nvPr>
        </p:nvSpPr>
        <p:spPr>
          <a:xfrm>
            <a:off x="1242873" y="248575"/>
            <a:ext cx="7599285" cy="861133"/>
          </a:xfrm>
        </p:spPr>
        <p:txBody>
          <a:bodyPr/>
          <a:lstStyle/>
          <a:p>
            <a:r>
              <a:rPr lang="en-US"/>
              <a:t>6. Write a query to return the email, first name, last name, &amp; Genre of all Rock Music listeners. -- Return your list ordered alphabetically by email starting with A</a:t>
            </a:r>
            <a:endParaRPr lang="en-IN"/>
          </a:p>
        </p:txBody>
      </p:sp>
      <p:sp>
        <p:nvSpPr>
          <p:cNvPr id="3" name="Subtitle 2">
            <a:extLst>
              <a:ext uri="{FF2B5EF4-FFF2-40B4-BE49-F238E27FC236}">
                <a16:creationId xmlns:a16="http://schemas.microsoft.com/office/drawing/2014/main" id="{8BFAF0BD-09DA-D96A-34F7-6253BAE64B32}"/>
              </a:ext>
            </a:extLst>
          </p:cNvPr>
          <p:cNvSpPr>
            <a:spLocks noGrp="1"/>
          </p:cNvSpPr>
          <p:nvPr>
            <p:ph type="subTitle" idx="1"/>
          </p:nvPr>
        </p:nvSpPr>
        <p:spPr>
          <a:xfrm>
            <a:off x="1242873" y="1225117"/>
            <a:ext cx="7599285" cy="3222595"/>
          </a:xfrm>
        </p:spPr>
        <p:txBody>
          <a:bodyPr/>
          <a:lstStyle/>
          <a:p>
            <a:endParaRPr lang="en-IN"/>
          </a:p>
          <a:p>
            <a:endParaRPr lang="en-IN"/>
          </a:p>
          <a:p>
            <a:endParaRPr lang="en-IN"/>
          </a:p>
          <a:p>
            <a:endParaRPr lang="en-IN"/>
          </a:p>
          <a:p>
            <a:endParaRPr lang="en-IN"/>
          </a:p>
          <a:p>
            <a:pPr>
              <a:buFont typeface="Arial" panose="020B0604020202020204" pitchFamily="34" charset="0"/>
              <a:buChar char="•"/>
            </a:pPr>
            <a:r>
              <a:rPr lang="en-US" sz="1800"/>
              <a:t>Aaron Mitchell, Alexandre Rocha, and Astrid Gruber are rock music listeners whose emails start with 'A'.</a:t>
            </a:r>
            <a:endParaRPr lang="en-IN" sz="1800"/>
          </a:p>
        </p:txBody>
      </p:sp>
      <p:pic>
        <p:nvPicPr>
          <p:cNvPr id="4" name="Picture 3">
            <a:extLst>
              <a:ext uri="{FF2B5EF4-FFF2-40B4-BE49-F238E27FC236}">
                <a16:creationId xmlns:a16="http://schemas.microsoft.com/office/drawing/2014/main" id="{16DF2EDB-1EF0-728C-8BB7-C4405680C488}"/>
              </a:ext>
            </a:extLst>
          </p:cNvPr>
          <p:cNvPicPr>
            <a:picLocks noChangeAspect="1"/>
          </p:cNvPicPr>
          <p:nvPr/>
        </p:nvPicPr>
        <p:blipFill>
          <a:blip r:embed="rId2"/>
          <a:stretch>
            <a:fillRect/>
          </a:stretch>
        </p:blipFill>
        <p:spPr>
          <a:xfrm>
            <a:off x="1242873" y="1225117"/>
            <a:ext cx="4705649" cy="2394355"/>
          </a:xfrm>
          <a:prstGeom prst="rect">
            <a:avLst/>
          </a:prstGeom>
        </p:spPr>
      </p:pic>
      <p:pic>
        <p:nvPicPr>
          <p:cNvPr id="6" name="Picture 5">
            <a:extLst>
              <a:ext uri="{FF2B5EF4-FFF2-40B4-BE49-F238E27FC236}">
                <a16:creationId xmlns:a16="http://schemas.microsoft.com/office/drawing/2014/main" id="{14A5B107-D890-8799-F816-4F5D30FBB625}"/>
              </a:ext>
            </a:extLst>
          </p:cNvPr>
          <p:cNvPicPr>
            <a:picLocks noChangeAspect="1"/>
          </p:cNvPicPr>
          <p:nvPr/>
        </p:nvPicPr>
        <p:blipFill>
          <a:blip r:embed="rId3"/>
          <a:stretch>
            <a:fillRect/>
          </a:stretch>
        </p:blipFill>
        <p:spPr>
          <a:xfrm>
            <a:off x="6027938" y="1535837"/>
            <a:ext cx="2814220" cy="1136342"/>
          </a:xfrm>
          <a:prstGeom prst="rect">
            <a:avLst/>
          </a:prstGeom>
        </p:spPr>
      </p:pic>
    </p:spTree>
    <p:extLst>
      <p:ext uri="{BB962C8B-B14F-4D97-AF65-F5344CB8AC3E}">
        <p14:creationId xmlns:p14="http://schemas.microsoft.com/office/powerpoint/2010/main" val="2125979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3C98E-467E-ED95-3CB8-F2B411BBB268}"/>
              </a:ext>
            </a:extLst>
          </p:cNvPr>
          <p:cNvSpPr>
            <a:spLocks noGrp="1"/>
          </p:cNvSpPr>
          <p:nvPr>
            <p:ph type="title"/>
          </p:nvPr>
        </p:nvSpPr>
        <p:spPr>
          <a:xfrm>
            <a:off x="1038687" y="142043"/>
            <a:ext cx="7794595" cy="807868"/>
          </a:xfrm>
        </p:spPr>
        <p:txBody>
          <a:bodyPr/>
          <a:lstStyle/>
          <a:p>
            <a:r>
              <a:rPr lang="en-US" sz="1600"/>
              <a:t>7. Let's invite the artists who have written the most rock music in our dataset.-- Write a query that returns the Artist name and total track count of the top 10 rock bands</a:t>
            </a:r>
            <a:endParaRPr lang="en-IN" sz="1600"/>
          </a:p>
        </p:txBody>
      </p:sp>
      <p:sp>
        <p:nvSpPr>
          <p:cNvPr id="3" name="Subtitle 2">
            <a:extLst>
              <a:ext uri="{FF2B5EF4-FFF2-40B4-BE49-F238E27FC236}">
                <a16:creationId xmlns:a16="http://schemas.microsoft.com/office/drawing/2014/main" id="{90C5B390-F638-945D-DC09-27FAA6A466DB}"/>
              </a:ext>
            </a:extLst>
          </p:cNvPr>
          <p:cNvSpPr>
            <a:spLocks noGrp="1"/>
          </p:cNvSpPr>
          <p:nvPr>
            <p:ph type="subTitle" idx="1"/>
          </p:nvPr>
        </p:nvSpPr>
        <p:spPr>
          <a:xfrm>
            <a:off x="1118586" y="843379"/>
            <a:ext cx="7714696" cy="3604334"/>
          </a:xfrm>
        </p:spPr>
        <p:txBody>
          <a:bodyPr/>
          <a:lstStyle/>
          <a:p>
            <a:endParaRPr lang="en-IN"/>
          </a:p>
          <a:p>
            <a:endParaRPr lang="en-IN"/>
          </a:p>
          <a:p>
            <a:endParaRPr lang="en-IN"/>
          </a:p>
          <a:p>
            <a:endParaRPr lang="en-IN"/>
          </a:p>
          <a:p>
            <a:endParaRPr lang="en-IN"/>
          </a:p>
          <a:p>
            <a:endParaRPr lang="en-IN"/>
          </a:p>
        </p:txBody>
      </p:sp>
      <p:pic>
        <p:nvPicPr>
          <p:cNvPr id="4" name="Picture 3">
            <a:extLst>
              <a:ext uri="{FF2B5EF4-FFF2-40B4-BE49-F238E27FC236}">
                <a16:creationId xmlns:a16="http://schemas.microsoft.com/office/drawing/2014/main" id="{CF3238F3-FB3F-BEBB-E909-EE33277FB57A}"/>
              </a:ext>
            </a:extLst>
          </p:cNvPr>
          <p:cNvPicPr>
            <a:picLocks noChangeAspect="1"/>
          </p:cNvPicPr>
          <p:nvPr/>
        </p:nvPicPr>
        <p:blipFill>
          <a:blip r:embed="rId2"/>
          <a:stretch>
            <a:fillRect/>
          </a:stretch>
        </p:blipFill>
        <p:spPr>
          <a:xfrm>
            <a:off x="1118586" y="949911"/>
            <a:ext cx="4536490" cy="2805343"/>
          </a:xfrm>
          <a:prstGeom prst="rect">
            <a:avLst/>
          </a:prstGeom>
        </p:spPr>
      </p:pic>
      <p:pic>
        <p:nvPicPr>
          <p:cNvPr id="6" name="Picture 5">
            <a:extLst>
              <a:ext uri="{FF2B5EF4-FFF2-40B4-BE49-F238E27FC236}">
                <a16:creationId xmlns:a16="http://schemas.microsoft.com/office/drawing/2014/main" id="{C1AA20CE-ACC9-AAAF-9825-9FF4942EA067}"/>
              </a:ext>
            </a:extLst>
          </p:cNvPr>
          <p:cNvPicPr>
            <a:picLocks noChangeAspect="1"/>
          </p:cNvPicPr>
          <p:nvPr/>
        </p:nvPicPr>
        <p:blipFill>
          <a:blip r:embed="rId3"/>
          <a:stretch>
            <a:fillRect/>
          </a:stretch>
        </p:blipFill>
        <p:spPr>
          <a:xfrm>
            <a:off x="5752730" y="1855432"/>
            <a:ext cx="2947387" cy="2068497"/>
          </a:xfrm>
          <a:prstGeom prst="rect">
            <a:avLst/>
          </a:prstGeom>
        </p:spPr>
      </p:pic>
    </p:spTree>
    <p:extLst>
      <p:ext uri="{BB962C8B-B14F-4D97-AF65-F5344CB8AC3E}">
        <p14:creationId xmlns:p14="http://schemas.microsoft.com/office/powerpoint/2010/main" val="33079272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B4381-84B5-47E3-0B15-AC91BE9C5E5B}"/>
              </a:ext>
            </a:extLst>
          </p:cNvPr>
          <p:cNvSpPr>
            <a:spLocks noGrp="1"/>
          </p:cNvSpPr>
          <p:nvPr>
            <p:ph type="title"/>
          </p:nvPr>
        </p:nvSpPr>
        <p:spPr>
          <a:xfrm>
            <a:off x="1127464" y="284085"/>
            <a:ext cx="7448366" cy="727969"/>
          </a:xfrm>
        </p:spPr>
        <p:txBody>
          <a:bodyPr/>
          <a:lstStyle/>
          <a:p>
            <a:r>
              <a:rPr lang="en-US" sz="1400"/>
              <a:t>8. Return all the track names that have a song length longer than the average song length.-- Return the Name and Milliseconds for each track. Order by the song length, with the longest songs listed first</a:t>
            </a:r>
            <a:endParaRPr lang="en-IN" sz="1400"/>
          </a:p>
        </p:txBody>
      </p:sp>
      <p:sp>
        <p:nvSpPr>
          <p:cNvPr id="3" name="Subtitle 2">
            <a:extLst>
              <a:ext uri="{FF2B5EF4-FFF2-40B4-BE49-F238E27FC236}">
                <a16:creationId xmlns:a16="http://schemas.microsoft.com/office/drawing/2014/main" id="{5E5F1B9B-C3C1-A0D2-8577-016725F948E6}"/>
              </a:ext>
            </a:extLst>
          </p:cNvPr>
          <p:cNvSpPr>
            <a:spLocks noGrp="1"/>
          </p:cNvSpPr>
          <p:nvPr>
            <p:ph type="subTitle" idx="1"/>
          </p:nvPr>
        </p:nvSpPr>
        <p:spPr>
          <a:xfrm>
            <a:off x="1260628" y="1171852"/>
            <a:ext cx="7448366" cy="3258105"/>
          </a:xfrm>
        </p:spPr>
        <p:txBody>
          <a:bodyPr/>
          <a:lstStyle/>
          <a:p>
            <a:endParaRPr lang="en-IN"/>
          </a:p>
          <a:p>
            <a:endParaRPr lang="en-IN"/>
          </a:p>
          <a:p>
            <a:endParaRPr lang="en-IN"/>
          </a:p>
          <a:p>
            <a:endParaRPr lang="en-IN"/>
          </a:p>
          <a:p>
            <a:endParaRPr lang="en-IN"/>
          </a:p>
          <a:p>
            <a:endParaRPr lang="en-IN"/>
          </a:p>
        </p:txBody>
      </p:sp>
      <p:pic>
        <p:nvPicPr>
          <p:cNvPr id="4" name="Picture 3">
            <a:extLst>
              <a:ext uri="{FF2B5EF4-FFF2-40B4-BE49-F238E27FC236}">
                <a16:creationId xmlns:a16="http://schemas.microsoft.com/office/drawing/2014/main" id="{6578DF7B-5F90-FC70-7E50-D03AA4F73D50}"/>
              </a:ext>
            </a:extLst>
          </p:cNvPr>
          <p:cNvPicPr>
            <a:picLocks noChangeAspect="1"/>
          </p:cNvPicPr>
          <p:nvPr/>
        </p:nvPicPr>
        <p:blipFill>
          <a:blip r:embed="rId2"/>
          <a:stretch>
            <a:fillRect/>
          </a:stretch>
        </p:blipFill>
        <p:spPr>
          <a:xfrm>
            <a:off x="1260629" y="1088777"/>
            <a:ext cx="3622090" cy="2471169"/>
          </a:xfrm>
          <a:prstGeom prst="rect">
            <a:avLst/>
          </a:prstGeom>
        </p:spPr>
      </p:pic>
      <p:pic>
        <p:nvPicPr>
          <p:cNvPr id="6" name="Picture 5">
            <a:extLst>
              <a:ext uri="{FF2B5EF4-FFF2-40B4-BE49-F238E27FC236}">
                <a16:creationId xmlns:a16="http://schemas.microsoft.com/office/drawing/2014/main" id="{08358E32-0432-6BD0-523C-99E40653154B}"/>
              </a:ext>
            </a:extLst>
          </p:cNvPr>
          <p:cNvPicPr>
            <a:picLocks noChangeAspect="1"/>
          </p:cNvPicPr>
          <p:nvPr/>
        </p:nvPicPr>
        <p:blipFill>
          <a:blip r:embed="rId3"/>
          <a:stretch>
            <a:fillRect/>
          </a:stretch>
        </p:blipFill>
        <p:spPr>
          <a:xfrm>
            <a:off x="5710109" y="1197416"/>
            <a:ext cx="2581635" cy="2362530"/>
          </a:xfrm>
          <a:prstGeom prst="rect">
            <a:avLst/>
          </a:prstGeom>
        </p:spPr>
      </p:pic>
    </p:spTree>
    <p:extLst>
      <p:ext uri="{BB962C8B-B14F-4D97-AF65-F5344CB8AC3E}">
        <p14:creationId xmlns:p14="http://schemas.microsoft.com/office/powerpoint/2010/main" val="1879228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36FBB-28C1-C6DE-F9B9-F599191E63BD}"/>
              </a:ext>
            </a:extLst>
          </p:cNvPr>
          <p:cNvSpPr>
            <a:spLocks noGrp="1"/>
          </p:cNvSpPr>
          <p:nvPr>
            <p:ph type="title"/>
          </p:nvPr>
        </p:nvSpPr>
        <p:spPr>
          <a:xfrm>
            <a:off x="1207363" y="284085"/>
            <a:ext cx="7421731" cy="710214"/>
          </a:xfrm>
        </p:spPr>
        <p:txBody>
          <a:bodyPr/>
          <a:lstStyle/>
          <a:p>
            <a:r>
              <a:rPr lang="en-US"/>
              <a:t>9. Find how much amount is spent by each customer on artists? Write a query to return customer name, artist name and total spent</a:t>
            </a:r>
            <a:endParaRPr lang="en-IN"/>
          </a:p>
        </p:txBody>
      </p:sp>
      <p:sp>
        <p:nvSpPr>
          <p:cNvPr id="3" name="Subtitle 2">
            <a:extLst>
              <a:ext uri="{FF2B5EF4-FFF2-40B4-BE49-F238E27FC236}">
                <a16:creationId xmlns:a16="http://schemas.microsoft.com/office/drawing/2014/main" id="{08AAB572-EE43-333D-5CAE-0C6AD1D68BF1}"/>
              </a:ext>
            </a:extLst>
          </p:cNvPr>
          <p:cNvSpPr>
            <a:spLocks noGrp="1"/>
          </p:cNvSpPr>
          <p:nvPr>
            <p:ph type="subTitle" idx="1"/>
          </p:nvPr>
        </p:nvSpPr>
        <p:spPr>
          <a:xfrm>
            <a:off x="1207363" y="994299"/>
            <a:ext cx="7608163" cy="3524435"/>
          </a:xfrm>
        </p:spPr>
        <p:txBody>
          <a:bodyPr/>
          <a:lstStyle/>
          <a:p>
            <a:endParaRPr lang="en-IN"/>
          </a:p>
        </p:txBody>
      </p:sp>
      <p:pic>
        <p:nvPicPr>
          <p:cNvPr id="4" name="Picture 3">
            <a:extLst>
              <a:ext uri="{FF2B5EF4-FFF2-40B4-BE49-F238E27FC236}">
                <a16:creationId xmlns:a16="http://schemas.microsoft.com/office/drawing/2014/main" id="{49ED9F33-02B9-895D-BF0A-6ADFDEA096B1}"/>
              </a:ext>
            </a:extLst>
          </p:cNvPr>
          <p:cNvPicPr>
            <a:picLocks noChangeAspect="1"/>
          </p:cNvPicPr>
          <p:nvPr/>
        </p:nvPicPr>
        <p:blipFill>
          <a:blip r:embed="rId2"/>
          <a:stretch>
            <a:fillRect/>
          </a:stretch>
        </p:blipFill>
        <p:spPr>
          <a:xfrm>
            <a:off x="1207364" y="994300"/>
            <a:ext cx="4678532" cy="2539013"/>
          </a:xfrm>
          <a:prstGeom prst="rect">
            <a:avLst/>
          </a:prstGeom>
        </p:spPr>
      </p:pic>
      <p:pic>
        <p:nvPicPr>
          <p:cNvPr id="6" name="Picture 5">
            <a:extLst>
              <a:ext uri="{FF2B5EF4-FFF2-40B4-BE49-F238E27FC236}">
                <a16:creationId xmlns:a16="http://schemas.microsoft.com/office/drawing/2014/main" id="{C41AA663-67D2-358C-CF9E-F6E8FAC5B87A}"/>
              </a:ext>
            </a:extLst>
          </p:cNvPr>
          <p:cNvPicPr>
            <a:picLocks noChangeAspect="1"/>
          </p:cNvPicPr>
          <p:nvPr/>
        </p:nvPicPr>
        <p:blipFill>
          <a:blip r:embed="rId3"/>
          <a:stretch>
            <a:fillRect/>
          </a:stretch>
        </p:blipFill>
        <p:spPr>
          <a:xfrm>
            <a:off x="6036816" y="1074198"/>
            <a:ext cx="2592278" cy="3311262"/>
          </a:xfrm>
          <a:prstGeom prst="rect">
            <a:avLst/>
          </a:prstGeom>
        </p:spPr>
      </p:pic>
    </p:spTree>
    <p:extLst>
      <p:ext uri="{BB962C8B-B14F-4D97-AF65-F5344CB8AC3E}">
        <p14:creationId xmlns:p14="http://schemas.microsoft.com/office/powerpoint/2010/main" val="17868637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E0172-E878-3390-34D1-659101946BC3}"/>
              </a:ext>
            </a:extLst>
          </p:cNvPr>
          <p:cNvSpPr>
            <a:spLocks noGrp="1"/>
          </p:cNvSpPr>
          <p:nvPr>
            <p:ph type="title"/>
          </p:nvPr>
        </p:nvSpPr>
        <p:spPr>
          <a:xfrm>
            <a:off x="1180731" y="150920"/>
            <a:ext cx="7501630" cy="878889"/>
          </a:xfrm>
        </p:spPr>
        <p:txBody>
          <a:bodyPr/>
          <a:lstStyle/>
          <a:p>
            <a:r>
              <a:rPr lang="en-US" sz="1200"/>
              <a:t> 10. We want to find out the most popular music Genre for each country.   -- We determine the most popular genre as the genre with the highest amount of purchases.  -- Write a query that returns each country along with the top Genre.   -- For countries where the maximum number of purchases is shared, return all Genres</a:t>
            </a:r>
            <a:endParaRPr lang="en-IN" sz="1200"/>
          </a:p>
        </p:txBody>
      </p:sp>
      <p:sp>
        <p:nvSpPr>
          <p:cNvPr id="3" name="Subtitle 2">
            <a:extLst>
              <a:ext uri="{FF2B5EF4-FFF2-40B4-BE49-F238E27FC236}">
                <a16:creationId xmlns:a16="http://schemas.microsoft.com/office/drawing/2014/main" id="{7F10A0A9-0F3D-5261-6AC0-863EE0F320E2}"/>
              </a:ext>
            </a:extLst>
          </p:cNvPr>
          <p:cNvSpPr>
            <a:spLocks noGrp="1"/>
          </p:cNvSpPr>
          <p:nvPr>
            <p:ph type="subTitle" idx="1"/>
          </p:nvPr>
        </p:nvSpPr>
        <p:spPr>
          <a:xfrm>
            <a:off x="1313895" y="878889"/>
            <a:ext cx="7696939" cy="3577701"/>
          </a:xfrm>
        </p:spPr>
        <p:txBody>
          <a:bodyPr/>
          <a:lstStyle/>
          <a:p>
            <a:endParaRPr lang="en-IN"/>
          </a:p>
        </p:txBody>
      </p:sp>
      <p:pic>
        <p:nvPicPr>
          <p:cNvPr id="4" name="Picture 3">
            <a:extLst>
              <a:ext uri="{FF2B5EF4-FFF2-40B4-BE49-F238E27FC236}">
                <a16:creationId xmlns:a16="http://schemas.microsoft.com/office/drawing/2014/main" id="{F94124C6-CABD-B74C-CA75-E6DDB010F057}"/>
              </a:ext>
            </a:extLst>
          </p:cNvPr>
          <p:cNvPicPr>
            <a:picLocks noChangeAspect="1"/>
          </p:cNvPicPr>
          <p:nvPr/>
        </p:nvPicPr>
        <p:blipFill>
          <a:blip r:embed="rId2"/>
          <a:stretch>
            <a:fillRect/>
          </a:stretch>
        </p:blipFill>
        <p:spPr>
          <a:xfrm>
            <a:off x="1393794" y="878889"/>
            <a:ext cx="5042517" cy="3480047"/>
          </a:xfrm>
          <a:prstGeom prst="rect">
            <a:avLst/>
          </a:prstGeom>
        </p:spPr>
      </p:pic>
      <p:pic>
        <p:nvPicPr>
          <p:cNvPr id="6" name="Picture 5">
            <a:extLst>
              <a:ext uri="{FF2B5EF4-FFF2-40B4-BE49-F238E27FC236}">
                <a16:creationId xmlns:a16="http://schemas.microsoft.com/office/drawing/2014/main" id="{8C9966A0-4B25-4248-CD68-18FA62D89370}"/>
              </a:ext>
            </a:extLst>
          </p:cNvPr>
          <p:cNvPicPr>
            <a:picLocks noChangeAspect="1"/>
          </p:cNvPicPr>
          <p:nvPr/>
        </p:nvPicPr>
        <p:blipFill>
          <a:blip r:embed="rId3"/>
          <a:stretch>
            <a:fillRect/>
          </a:stretch>
        </p:blipFill>
        <p:spPr>
          <a:xfrm>
            <a:off x="6569475" y="942747"/>
            <a:ext cx="2246050" cy="3258005"/>
          </a:xfrm>
          <a:prstGeom prst="rect">
            <a:avLst/>
          </a:prstGeom>
        </p:spPr>
      </p:pic>
    </p:spTree>
    <p:extLst>
      <p:ext uri="{BB962C8B-B14F-4D97-AF65-F5344CB8AC3E}">
        <p14:creationId xmlns:p14="http://schemas.microsoft.com/office/powerpoint/2010/main" val="9447596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253CC-127C-66E6-E25F-031CB17B92BD}"/>
              </a:ext>
            </a:extLst>
          </p:cNvPr>
          <p:cNvSpPr>
            <a:spLocks noGrp="1"/>
          </p:cNvSpPr>
          <p:nvPr>
            <p:ph type="title"/>
          </p:nvPr>
        </p:nvSpPr>
        <p:spPr>
          <a:xfrm>
            <a:off x="1056443" y="213065"/>
            <a:ext cx="7679184" cy="790112"/>
          </a:xfrm>
        </p:spPr>
        <p:txBody>
          <a:bodyPr/>
          <a:lstStyle/>
          <a:p>
            <a:r>
              <a:rPr lang="en-US" sz="1200"/>
              <a:t>11. Write a query that determines the customer that has spent the most on music for each country.   -- Write a query that returns the country along with the top customer and how much they spent.   -- For countries where the top amount spent is shared, provide all customers who spent this amount</a:t>
            </a:r>
            <a:endParaRPr lang="en-IN" sz="1200"/>
          </a:p>
        </p:txBody>
      </p:sp>
      <p:sp>
        <p:nvSpPr>
          <p:cNvPr id="3" name="Subtitle 2">
            <a:extLst>
              <a:ext uri="{FF2B5EF4-FFF2-40B4-BE49-F238E27FC236}">
                <a16:creationId xmlns:a16="http://schemas.microsoft.com/office/drawing/2014/main" id="{F6F57B63-EBB7-4A2D-00A9-0C27DC9920BA}"/>
              </a:ext>
            </a:extLst>
          </p:cNvPr>
          <p:cNvSpPr>
            <a:spLocks noGrp="1"/>
          </p:cNvSpPr>
          <p:nvPr>
            <p:ph type="subTitle" idx="1"/>
          </p:nvPr>
        </p:nvSpPr>
        <p:spPr>
          <a:xfrm>
            <a:off x="1207364" y="1003176"/>
            <a:ext cx="7679184" cy="3506679"/>
          </a:xfrm>
        </p:spPr>
        <p:txBody>
          <a:bodyPr/>
          <a:lstStyle/>
          <a:p>
            <a:endParaRPr lang="en-IN"/>
          </a:p>
        </p:txBody>
      </p:sp>
      <p:pic>
        <p:nvPicPr>
          <p:cNvPr id="4" name="Picture 3">
            <a:extLst>
              <a:ext uri="{FF2B5EF4-FFF2-40B4-BE49-F238E27FC236}">
                <a16:creationId xmlns:a16="http://schemas.microsoft.com/office/drawing/2014/main" id="{938FE115-9723-6A86-1189-4C0BEE281091}"/>
              </a:ext>
            </a:extLst>
          </p:cNvPr>
          <p:cNvPicPr>
            <a:picLocks noChangeAspect="1"/>
          </p:cNvPicPr>
          <p:nvPr/>
        </p:nvPicPr>
        <p:blipFill>
          <a:blip r:embed="rId2"/>
          <a:stretch>
            <a:fillRect/>
          </a:stretch>
        </p:blipFill>
        <p:spPr>
          <a:xfrm>
            <a:off x="1207364" y="994454"/>
            <a:ext cx="4776186" cy="3506678"/>
          </a:xfrm>
          <a:prstGeom prst="rect">
            <a:avLst/>
          </a:prstGeom>
        </p:spPr>
      </p:pic>
      <p:pic>
        <p:nvPicPr>
          <p:cNvPr id="6" name="Picture 5">
            <a:extLst>
              <a:ext uri="{FF2B5EF4-FFF2-40B4-BE49-F238E27FC236}">
                <a16:creationId xmlns:a16="http://schemas.microsoft.com/office/drawing/2014/main" id="{559590D5-66A6-0345-C5EF-D2118B022CA0}"/>
              </a:ext>
            </a:extLst>
          </p:cNvPr>
          <p:cNvPicPr>
            <a:picLocks noChangeAspect="1"/>
          </p:cNvPicPr>
          <p:nvPr/>
        </p:nvPicPr>
        <p:blipFill>
          <a:blip r:embed="rId3"/>
          <a:stretch>
            <a:fillRect/>
          </a:stretch>
        </p:blipFill>
        <p:spPr>
          <a:xfrm>
            <a:off x="6084498" y="994454"/>
            <a:ext cx="2754368" cy="3419952"/>
          </a:xfrm>
          <a:prstGeom prst="rect">
            <a:avLst/>
          </a:prstGeom>
        </p:spPr>
      </p:pic>
    </p:spTree>
    <p:extLst>
      <p:ext uri="{BB962C8B-B14F-4D97-AF65-F5344CB8AC3E}">
        <p14:creationId xmlns:p14="http://schemas.microsoft.com/office/powerpoint/2010/main" val="1101982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41"/>
          <p:cNvSpPr txBox="1">
            <a:spLocks noGrp="1"/>
          </p:cNvSpPr>
          <p:nvPr>
            <p:ph type="title"/>
          </p:nvPr>
        </p:nvSpPr>
        <p:spPr>
          <a:xfrm>
            <a:off x="719999" y="301841"/>
            <a:ext cx="7172249" cy="1100831"/>
          </a:xfrm>
          <a:prstGeom prst="rect">
            <a:avLst/>
          </a:prstGeom>
        </p:spPr>
        <p:txBody>
          <a:bodyPr spcFirstLastPara="1" wrap="square" lIns="91425" tIns="91425" rIns="91425" bIns="91425" anchor="t" anchorCtr="0">
            <a:noAutofit/>
          </a:bodyPr>
          <a:lstStyle/>
          <a:p>
            <a:r>
              <a:rPr lang="en-IN" sz="2800" b="1"/>
              <a:t>Final Business Insights &amp; Recommendations</a:t>
            </a:r>
            <a:br>
              <a:rPr lang="en-IN" sz="2800" b="1"/>
            </a:br>
            <a:endParaRPr sz="2800"/>
          </a:p>
        </p:txBody>
      </p:sp>
      <p:sp>
        <p:nvSpPr>
          <p:cNvPr id="362" name="Google Shape;362;p41"/>
          <p:cNvSpPr/>
          <p:nvPr/>
        </p:nvSpPr>
        <p:spPr>
          <a:xfrm>
            <a:off x="6228834" y="1106444"/>
            <a:ext cx="1286047" cy="2930611"/>
          </a:xfrm>
          <a:custGeom>
            <a:avLst/>
            <a:gdLst/>
            <a:ahLst/>
            <a:cxnLst/>
            <a:rect l="l" t="t" r="r" b="b"/>
            <a:pathLst>
              <a:path w="19184" h="43716" extrusionOk="0">
                <a:moveTo>
                  <a:pt x="15571" y="3799"/>
                </a:moveTo>
                <a:cubicBezTo>
                  <a:pt x="16153" y="3799"/>
                  <a:pt x="16620" y="4296"/>
                  <a:pt x="16908" y="5262"/>
                </a:cubicBezTo>
                <a:cubicBezTo>
                  <a:pt x="17168" y="6097"/>
                  <a:pt x="17052" y="6961"/>
                  <a:pt x="16620" y="7710"/>
                </a:cubicBezTo>
                <a:cubicBezTo>
                  <a:pt x="15670" y="9410"/>
                  <a:pt x="14316" y="10821"/>
                  <a:pt x="12645" y="11829"/>
                </a:cubicBezTo>
                <a:lnTo>
                  <a:pt x="12645" y="6702"/>
                </a:lnTo>
                <a:cubicBezTo>
                  <a:pt x="12645" y="6702"/>
                  <a:pt x="12645" y="6673"/>
                  <a:pt x="12645" y="6644"/>
                </a:cubicBezTo>
                <a:cubicBezTo>
                  <a:pt x="13049" y="5895"/>
                  <a:pt x="13596" y="5175"/>
                  <a:pt x="14201" y="4542"/>
                </a:cubicBezTo>
                <a:cubicBezTo>
                  <a:pt x="14699" y="4043"/>
                  <a:pt x="15163" y="3799"/>
                  <a:pt x="15571" y="3799"/>
                </a:cubicBezTo>
                <a:close/>
                <a:moveTo>
                  <a:pt x="12674" y="25137"/>
                </a:moveTo>
                <a:cubicBezTo>
                  <a:pt x="14604" y="25713"/>
                  <a:pt x="15929" y="27671"/>
                  <a:pt x="15871" y="29774"/>
                </a:cubicBezTo>
                <a:cubicBezTo>
                  <a:pt x="15814" y="31733"/>
                  <a:pt x="14518" y="33432"/>
                  <a:pt x="12674" y="34008"/>
                </a:cubicBezTo>
                <a:lnTo>
                  <a:pt x="12674" y="25137"/>
                </a:lnTo>
                <a:close/>
                <a:moveTo>
                  <a:pt x="10831" y="17187"/>
                </a:moveTo>
                <a:lnTo>
                  <a:pt x="10831" y="21882"/>
                </a:lnTo>
                <a:lnTo>
                  <a:pt x="10629" y="21939"/>
                </a:lnTo>
                <a:cubicBezTo>
                  <a:pt x="6452" y="23581"/>
                  <a:pt x="4782" y="27009"/>
                  <a:pt x="6596" y="30408"/>
                </a:cubicBezTo>
                <a:cubicBezTo>
                  <a:pt x="6596" y="27441"/>
                  <a:pt x="7547" y="25367"/>
                  <a:pt x="10744" y="24993"/>
                </a:cubicBezTo>
                <a:lnTo>
                  <a:pt x="10831" y="24993"/>
                </a:lnTo>
                <a:lnTo>
                  <a:pt x="10831" y="34239"/>
                </a:lnTo>
                <a:cubicBezTo>
                  <a:pt x="10505" y="34285"/>
                  <a:pt x="10177" y="34307"/>
                  <a:pt x="9848" y="34307"/>
                </a:cubicBezTo>
                <a:cubicBezTo>
                  <a:pt x="6079" y="34307"/>
                  <a:pt x="2263" y="31370"/>
                  <a:pt x="1786" y="27873"/>
                </a:cubicBezTo>
                <a:cubicBezTo>
                  <a:pt x="1527" y="26001"/>
                  <a:pt x="2305" y="24388"/>
                  <a:pt x="3370" y="23005"/>
                </a:cubicBezTo>
                <a:cubicBezTo>
                  <a:pt x="5243" y="20614"/>
                  <a:pt x="7864" y="19088"/>
                  <a:pt x="10485" y="17446"/>
                </a:cubicBezTo>
                <a:lnTo>
                  <a:pt x="10485" y="17417"/>
                </a:lnTo>
                <a:lnTo>
                  <a:pt x="10831" y="17187"/>
                </a:lnTo>
                <a:close/>
                <a:moveTo>
                  <a:pt x="16168" y="1"/>
                </a:moveTo>
                <a:cubicBezTo>
                  <a:pt x="15860" y="1"/>
                  <a:pt x="15523" y="66"/>
                  <a:pt x="15151" y="192"/>
                </a:cubicBezTo>
                <a:cubicBezTo>
                  <a:pt x="13279" y="826"/>
                  <a:pt x="12213" y="2237"/>
                  <a:pt x="11522" y="3994"/>
                </a:cubicBezTo>
                <a:cubicBezTo>
                  <a:pt x="10399" y="6702"/>
                  <a:pt x="10255" y="9554"/>
                  <a:pt x="10341" y="12434"/>
                </a:cubicBezTo>
                <a:cubicBezTo>
                  <a:pt x="10399" y="12866"/>
                  <a:pt x="10197" y="13269"/>
                  <a:pt x="9794" y="13442"/>
                </a:cubicBezTo>
                <a:cubicBezTo>
                  <a:pt x="7605" y="14623"/>
                  <a:pt x="5588" y="16150"/>
                  <a:pt x="3860" y="17964"/>
                </a:cubicBezTo>
                <a:cubicBezTo>
                  <a:pt x="1729" y="20240"/>
                  <a:pt x="144" y="22775"/>
                  <a:pt x="432" y="26116"/>
                </a:cubicBezTo>
                <a:cubicBezTo>
                  <a:pt x="749" y="30120"/>
                  <a:pt x="3601" y="33835"/>
                  <a:pt x="7432" y="34988"/>
                </a:cubicBezTo>
                <a:cubicBezTo>
                  <a:pt x="8555" y="35276"/>
                  <a:pt x="9707" y="35477"/>
                  <a:pt x="10831" y="35621"/>
                </a:cubicBezTo>
                <a:lnTo>
                  <a:pt x="10831" y="36629"/>
                </a:lnTo>
                <a:cubicBezTo>
                  <a:pt x="10831" y="39510"/>
                  <a:pt x="8497" y="41872"/>
                  <a:pt x="5588" y="41872"/>
                </a:cubicBezTo>
                <a:cubicBezTo>
                  <a:pt x="5185" y="41872"/>
                  <a:pt x="4782" y="41814"/>
                  <a:pt x="4407" y="41728"/>
                </a:cubicBezTo>
                <a:cubicBezTo>
                  <a:pt x="5703" y="40403"/>
                  <a:pt x="5243" y="38214"/>
                  <a:pt x="3543" y="37522"/>
                </a:cubicBezTo>
                <a:cubicBezTo>
                  <a:pt x="3212" y="37382"/>
                  <a:pt x="2875" y="37317"/>
                  <a:pt x="2548" y="37317"/>
                </a:cubicBezTo>
                <a:cubicBezTo>
                  <a:pt x="1195" y="37317"/>
                  <a:pt x="0" y="38423"/>
                  <a:pt x="0" y="39884"/>
                </a:cubicBezTo>
                <a:cubicBezTo>
                  <a:pt x="0" y="40259"/>
                  <a:pt x="58" y="40604"/>
                  <a:pt x="202" y="40921"/>
                </a:cubicBezTo>
                <a:cubicBezTo>
                  <a:pt x="231" y="40979"/>
                  <a:pt x="260" y="41008"/>
                  <a:pt x="260" y="41065"/>
                </a:cubicBezTo>
                <a:cubicBezTo>
                  <a:pt x="490" y="41526"/>
                  <a:pt x="864" y="41901"/>
                  <a:pt x="1296" y="42160"/>
                </a:cubicBezTo>
                <a:cubicBezTo>
                  <a:pt x="2506" y="43168"/>
                  <a:pt x="4033" y="43715"/>
                  <a:pt x="5617" y="43715"/>
                </a:cubicBezTo>
                <a:cubicBezTo>
                  <a:pt x="9506" y="43686"/>
                  <a:pt x="12674" y="40547"/>
                  <a:pt x="12674" y="36658"/>
                </a:cubicBezTo>
                <a:lnTo>
                  <a:pt x="12674" y="35247"/>
                </a:lnTo>
                <a:cubicBezTo>
                  <a:pt x="16937" y="33807"/>
                  <a:pt x="18032" y="30292"/>
                  <a:pt x="17657" y="27153"/>
                </a:cubicBezTo>
                <a:cubicBezTo>
                  <a:pt x="17513" y="25770"/>
                  <a:pt x="16879" y="24503"/>
                  <a:pt x="15900" y="23524"/>
                </a:cubicBezTo>
                <a:cubicBezTo>
                  <a:pt x="15036" y="22659"/>
                  <a:pt x="13884" y="22083"/>
                  <a:pt x="12645" y="21939"/>
                </a:cubicBezTo>
                <a:lnTo>
                  <a:pt x="12645" y="15919"/>
                </a:lnTo>
                <a:lnTo>
                  <a:pt x="12962" y="15689"/>
                </a:lnTo>
                <a:cubicBezTo>
                  <a:pt x="16159" y="13384"/>
                  <a:pt x="18435" y="10418"/>
                  <a:pt x="18953" y="6327"/>
                </a:cubicBezTo>
                <a:cubicBezTo>
                  <a:pt x="19184" y="4542"/>
                  <a:pt x="19011" y="2756"/>
                  <a:pt x="18003" y="1172"/>
                </a:cubicBezTo>
                <a:cubicBezTo>
                  <a:pt x="17494" y="377"/>
                  <a:pt x="16913" y="1"/>
                  <a:pt x="1616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ext Placeholder 1">
            <a:extLst>
              <a:ext uri="{FF2B5EF4-FFF2-40B4-BE49-F238E27FC236}">
                <a16:creationId xmlns:a16="http://schemas.microsoft.com/office/drawing/2014/main" id="{013F9D6D-CA65-CB94-A57B-0AF91856C00E}"/>
              </a:ext>
            </a:extLst>
          </p:cNvPr>
          <p:cNvSpPr>
            <a:spLocks noGrp="1" noChangeArrowheads="1"/>
          </p:cNvSpPr>
          <p:nvPr>
            <p:ph type="body" idx="1"/>
          </p:nvPr>
        </p:nvSpPr>
        <p:spPr bwMode="auto">
          <a:xfrm>
            <a:off x="719999" y="1848085"/>
            <a:ext cx="7315199" cy="1908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a:ln>
                  <a:noFill/>
                </a:ln>
                <a:solidFill>
                  <a:schemeClr val="tx1"/>
                </a:solidFill>
                <a:effectLst/>
                <a:latin typeface="Arial" panose="020B0604020202020204" pitchFamily="34" charset="0"/>
              </a:rPr>
              <a:t>Sales are concentrated:</a:t>
            </a:r>
            <a:r>
              <a:rPr kumimoji="0" lang="en-US" altLang="en-US" sz="1400" b="0" i="0" u="none" strike="noStrike" cap="none" normalizeH="0" baseline="0">
                <a:ln>
                  <a:noFill/>
                </a:ln>
                <a:solidFill>
                  <a:schemeClr val="tx1"/>
                </a:solidFill>
                <a:effectLst/>
                <a:latin typeface="Arial" panose="020B0604020202020204" pitchFamily="34" charset="0"/>
              </a:rPr>
              <a:t> A small number of customers and a single city (</a:t>
            </a:r>
            <a:r>
              <a:rPr kumimoji="0" lang="en-US" altLang="en-US" sz="1400" b="1" i="0" u="none" strike="noStrike" cap="none" normalizeH="0" baseline="0">
                <a:ln>
                  <a:noFill/>
                </a:ln>
                <a:solidFill>
                  <a:schemeClr val="tx1"/>
                </a:solidFill>
                <a:effectLst/>
                <a:latin typeface="Arial" panose="020B0604020202020204" pitchFamily="34" charset="0"/>
              </a:rPr>
              <a:t>Prague</a:t>
            </a:r>
            <a:r>
              <a:rPr kumimoji="0" lang="en-US" altLang="en-US" sz="14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400" b="0" i="0" u="none" strike="noStrike" cap="none" normalizeH="0" baseline="0">
                <a:ln>
                  <a:noFill/>
                </a:ln>
                <a:solidFill>
                  <a:schemeClr val="tx1"/>
                </a:solidFill>
                <a:effectLst/>
                <a:latin typeface="Arial" panose="020B0604020202020204" pitchFamily="34" charset="0"/>
              </a:rPr>
              <a:t>are responsible for a large portion of the revenue.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Rock music dominates:</a:t>
            </a:r>
            <a:r>
              <a:rPr kumimoji="0" lang="en-US" altLang="en-US" sz="1800" b="0" i="0" u="none" strike="noStrike" cap="none" normalizeH="0" baseline="0">
                <a:ln>
                  <a:noFill/>
                </a:ln>
                <a:solidFill>
                  <a:schemeClr val="tx1"/>
                </a:solidFill>
                <a:effectLst/>
                <a:latin typeface="Arial" panose="020B0604020202020204" pitchFamily="34" charset="0"/>
              </a:rPr>
              <a:t> </a:t>
            </a:r>
            <a:r>
              <a:rPr kumimoji="0" lang="en-US" altLang="en-US" sz="1800" b="1" i="0" u="none" strike="noStrike" cap="none" normalizeH="0" baseline="0">
                <a:ln>
                  <a:noFill/>
                </a:ln>
                <a:solidFill>
                  <a:schemeClr val="tx1"/>
                </a:solidFill>
                <a:effectLst/>
                <a:latin typeface="Arial" panose="020B0604020202020204" pitchFamily="34" charset="0"/>
              </a:rPr>
              <a:t>Rock</a:t>
            </a:r>
            <a:r>
              <a:rPr kumimoji="0" lang="en-US" altLang="en-US" sz="1800" b="0" i="0" u="none" strike="noStrike" cap="none" normalizeH="0" baseline="0">
                <a:ln>
                  <a:noFill/>
                </a:ln>
                <a:solidFill>
                  <a:schemeClr val="tx1"/>
                </a:solidFill>
                <a:effectLst/>
                <a:latin typeface="Arial" panose="020B0604020202020204" pitchFamily="34" charset="0"/>
              </a:rPr>
              <a:t> is the most popular music genre,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a:ln>
                  <a:noFill/>
                </a:ln>
                <a:solidFill>
                  <a:schemeClr val="tx1"/>
                </a:solidFill>
                <a:effectLst/>
                <a:latin typeface="Arial" panose="020B0604020202020204" pitchFamily="34" charset="0"/>
              </a:rPr>
              <a:t>with a high number of top-selling artists and tracks.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Top performers exist:</a:t>
            </a:r>
            <a:r>
              <a:rPr kumimoji="0" lang="en-US" altLang="en-US" sz="1800" b="0" i="0" u="none" strike="noStrike" cap="none" normalizeH="0" baseline="0">
                <a:ln>
                  <a:noFill/>
                </a:ln>
                <a:solidFill>
                  <a:schemeClr val="tx1"/>
                </a:solidFill>
                <a:effectLst/>
                <a:latin typeface="Arial" panose="020B0604020202020204" pitchFamily="34" charset="0"/>
              </a:rPr>
              <a:t> There is a clear hierarchy of performance among sales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a:ln>
                  <a:noFill/>
                </a:ln>
                <a:solidFill>
                  <a:schemeClr val="tx1"/>
                </a:solidFill>
                <a:effectLst/>
                <a:latin typeface="Arial" panose="020B0604020202020204" pitchFamily="34" charset="0"/>
              </a:rPr>
              <a:t>agents, artists, and customers.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DB17A50F-B275-2345-69AA-650C21A1B275}"/>
              </a:ext>
            </a:extLst>
          </p:cNvPr>
          <p:cNvSpPr>
            <a:spLocks noGrp="1"/>
          </p:cNvSpPr>
          <p:nvPr>
            <p:ph type="subTitle" idx="1"/>
          </p:nvPr>
        </p:nvSpPr>
        <p:spPr>
          <a:xfrm>
            <a:off x="719999" y="2032987"/>
            <a:ext cx="7784809" cy="2485748"/>
          </a:xfrm>
        </p:spPr>
        <p:txBody>
          <a:bodyPr/>
          <a:lstStyle/>
          <a:p>
            <a:r>
              <a:rPr lang="en-US" sz="2400"/>
              <a:t>The data conclusively shows that the music store's success is driven by a highly concentrated, yet valuable, market. The clear path for growth is to leverage the dominance of the </a:t>
            </a:r>
            <a:r>
              <a:rPr lang="en-US" sz="2400" b="1"/>
              <a:t>Rock genre</a:t>
            </a:r>
            <a:r>
              <a:rPr lang="en-US" sz="2400"/>
              <a:t> and actively engage with top-performing customers and cities to maximize revenue</a:t>
            </a:r>
            <a:r>
              <a:rPr lang="en-US"/>
              <a:t>.</a:t>
            </a:r>
            <a:endParaRPr lang="en-IN"/>
          </a:p>
        </p:txBody>
      </p:sp>
      <p:sp>
        <p:nvSpPr>
          <p:cNvPr id="3" name="Title 2">
            <a:extLst>
              <a:ext uri="{FF2B5EF4-FFF2-40B4-BE49-F238E27FC236}">
                <a16:creationId xmlns:a16="http://schemas.microsoft.com/office/drawing/2014/main" id="{8AD54512-3A96-B253-9330-AF068C8FEAA7}"/>
              </a:ext>
            </a:extLst>
          </p:cNvPr>
          <p:cNvSpPr>
            <a:spLocks noGrp="1"/>
          </p:cNvSpPr>
          <p:nvPr>
            <p:ph type="title"/>
          </p:nvPr>
        </p:nvSpPr>
        <p:spPr>
          <a:xfrm>
            <a:off x="720000" y="1012054"/>
            <a:ext cx="6817142" cy="736847"/>
          </a:xfrm>
        </p:spPr>
        <p:txBody>
          <a:bodyPr/>
          <a:lstStyle/>
          <a:p>
            <a:r>
              <a:rPr lang="en-IN" sz="4000"/>
              <a:t>conclusion</a:t>
            </a:r>
          </a:p>
        </p:txBody>
      </p:sp>
    </p:spTree>
    <p:extLst>
      <p:ext uri="{BB962C8B-B14F-4D97-AF65-F5344CB8AC3E}">
        <p14:creationId xmlns:p14="http://schemas.microsoft.com/office/powerpoint/2010/main" val="23221897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7867621-FC90-F77D-FB35-94354D067CE9}"/>
              </a:ext>
            </a:extLst>
          </p:cNvPr>
          <p:cNvSpPr>
            <a:spLocks noGrp="1"/>
          </p:cNvSpPr>
          <p:nvPr>
            <p:ph type="title"/>
          </p:nvPr>
        </p:nvSpPr>
        <p:spPr>
          <a:xfrm>
            <a:off x="1251751" y="914399"/>
            <a:ext cx="6622741" cy="523783"/>
          </a:xfrm>
        </p:spPr>
        <p:txBody>
          <a:bodyPr/>
          <a:lstStyle/>
          <a:p>
            <a:r>
              <a:rPr lang="en-IN" sz="2800"/>
              <a:t>Experience</a:t>
            </a:r>
          </a:p>
        </p:txBody>
      </p:sp>
      <p:sp>
        <p:nvSpPr>
          <p:cNvPr id="4" name="Rectangle 1">
            <a:extLst>
              <a:ext uri="{FF2B5EF4-FFF2-40B4-BE49-F238E27FC236}">
                <a16:creationId xmlns:a16="http://schemas.microsoft.com/office/drawing/2014/main" id="{DC857B0F-58A2-2EF9-F6D9-E0F602FF110F}"/>
              </a:ext>
            </a:extLst>
          </p:cNvPr>
          <p:cNvSpPr>
            <a:spLocks noGrp="1" noChangeArrowheads="1"/>
          </p:cNvSpPr>
          <p:nvPr>
            <p:ph type="subTitle" idx="1"/>
          </p:nvPr>
        </p:nvSpPr>
        <p:spPr bwMode="auto">
          <a:xfrm>
            <a:off x="408373" y="2614331"/>
            <a:ext cx="8540318"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spcBef>
                <a:spcPct val="0"/>
              </a:spcBef>
              <a:spcAft>
                <a:spcPct val="0"/>
              </a:spcAft>
              <a:buClrTx/>
              <a:buSzTx/>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lvl="0" indent="0" eaLnBrk="0" fontAlgn="base" hangingPunct="0">
              <a:spcBef>
                <a:spcPct val="0"/>
              </a:spcBef>
              <a:spcAft>
                <a:spcPct val="0"/>
              </a:spcAft>
              <a:buClrTx/>
              <a:buSzTx/>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lvl="0" indent="0" eaLnBrk="0" fontAlgn="base" hangingPunct="0">
              <a:spcBef>
                <a:spcPct val="0"/>
              </a:spcBef>
              <a:spcAft>
                <a:spcPct val="0"/>
              </a:spcAft>
              <a:buClrTx/>
              <a:buSzTx/>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A8BBB6C6-D082-0EC3-AA19-B38F6EAC78B1}"/>
              </a:ext>
            </a:extLst>
          </p:cNvPr>
          <p:cNvSpPr txBox="1"/>
          <p:nvPr/>
        </p:nvSpPr>
        <p:spPr>
          <a:xfrm>
            <a:off x="1038687" y="1509203"/>
            <a:ext cx="7474998" cy="2462213"/>
          </a:xfrm>
          <a:prstGeom prst="rect">
            <a:avLst/>
          </a:prstGeom>
          <a:noFill/>
        </p:spPr>
        <p:txBody>
          <a:bodyPr wrap="square">
            <a:spAutoFit/>
          </a:bodyPr>
          <a:lstStyle/>
          <a:p>
            <a:pPr marL="285750" indent="-285750">
              <a:buFont typeface="Arial" panose="020B0604020202020204" pitchFamily="34" charset="0"/>
              <a:buChar char="•"/>
            </a:pPr>
            <a:r>
              <a:rPr lang="en-US" sz="2000"/>
              <a:t>Throughout this project, my experience was focused on tackling a series of real-world data challenges to uncover valuable business insights.</a:t>
            </a:r>
          </a:p>
          <a:p>
            <a:pPr marL="285750" indent="-285750">
              <a:buFont typeface="Arial" panose="020B0604020202020204" pitchFamily="34" charset="0"/>
              <a:buChar char="•"/>
            </a:pPr>
            <a:r>
              <a:rPr lang="en-US" sz="2000"/>
              <a:t>The initial task was to integrate and understand a complex dataset spread across 10 different CSV files. I focused on connecting these separate data sources to build a complete picture of sales, customer behavior, and music content.</a:t>
            </a:r>
          </a:p>
          <a:p>
            <a:endParaRPr lang="en-US"/>
          </a:p>
        </p:txBody>
      </p:sp>
    </p:spTree>
    <p:extLst>
      <p:ext uri="{BB962C8B-B14F-4D97-AF65-F5344CB8AC3E}">
        <p14:creationId xmlns:p14="http://schemas.microsoft.com/office/powerpoint/2010/main" val="30731563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1C4E2D09-13A3-0D55-9F03-C83F92C7D2B7}"/>
              </a:ext>
            </a:extLst>
          </p:cNvPr>
          <p:cNvSpPr>
            <a:spLocks noGrp="1" noChangeArrowheads="1"/>
          </p:cNvSpPr>
          <p:nvPr>
            <p:ph type="subTitle" idx="1"/>
          </p:nvPr>
        </p:nvSpPr>
        <p:spPr bwMode="auto">
          <a:xfrm>
            <a:off x="1154096" y="470516"/>
            <a:ext cx="7723574" cy="3888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spcBef>
                <a:spcPct val="0"/>
              </a:spcBef>
              <a:spcAft>
                <a:spcPct val="0"/>
              </a:spcAft>
              <a:buClrTx/>
              <a:buSzTx/>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7" name="Google Shape;116;p5">
            <a:extLst>
              <a:ext uri="{FF2B5EF4-FFF2-40B4-BE49-F238E27FC236}">
                <a16:creationId xmlns:a16="http://schemas.microsoft.com/office/drawing/2014/main" id="{92EB1597-506E-448A-EAB0-853E5D0958C4}"/>
              </a:ext>
            </a:extLst>
          </p:cNvPr>
          <p:cNvPicPr preferRelativeResize="0"/>
          <p:nvPr/>
        </p:nvPicPr>
        <p:blipFill rotWithShape="1">
          <a:blip r:embed="rId2">
            <a:alphaModFix/>
          </a:blip>
          <a:srcRect/>
          <a:stretch/>
        </p:blipFill>
        <p:spPr>
          <a:xfrm>
            <a:off x="5246703" y="1109709"/>
            <a:ext cx="1908699" cy="1731147"/>
          </a:xfrm>
          <a:prstGeom prst="rect">
            <a:avLst/>
          </a:prstGeom>
          <a:noFill/>
          <a:ln>
            <a:noFill/>
          </a:ln>
        </p:spPr>
      </p:pic>
      <p:pic>
        <p:nvPicPr>
          <p:cNvPr id="9" name="Picture 8">
            <a:extLst>
              <a:ext uri="{FF2B5EF4-FFF2-40B4-BE49-F238E27FC236}">
                <a16:creationId xmlns:a16="http://schemas.microsoft.com/office/drawing/2014/main" id="{11A7BFB4-242A-DCFA-A92D-8FFAF4B4F12E}"/>
              </a:ext>
            </a:extLst>
          </p:cNvPr>
          <p:cNvPicPr>
            <a:picLocks noChangeAspect="1"/>
          </p:cNvPicPr>
          <p:nvPr/>
        </p:nvPicPr>
        <p:blipFill>
          <a:blip r:embed="rId3"/>
          <a:stretch>
            <a:fillRect/>
          </a:stretch>
        </p:blipFill>
        <p:spPr>
          <a:xfrm>
            <a:off x="1216241" y="1252354"/>
            <a:ext cx="3355760" cy="2334226"/>
          </a:xfrm>
          <a:prstGeom prst="rect">
            <a:avLst/>
          </a:prstGeom>
        </p:spPr>
      </p:pic>
    </p:spTree>
    <p:extLst>
      <p:ext uri="{BB962C8B-B14F-4D97-AF65-F5344CB8AC3E}">
        <p14:creationId xmlns:p14="http://schemas.microsoft.com/office/powerpoint/2010/main" val="3115187841"/>
      </p:ext>
    </p:extLst>
  </p:cSld>
  <p:clrMapOvr>
    <a:masterClrMapping/>
  </p:clrMapOvr>
</p:sld>
</file>

<file path=ppt/theme/theme1.xml><?xml version="1.0" encoding="utf-8"?>
<a:theme xmlns:a="http://schemas.openxmlformats.org/drawingml/2006/main" name="French Classical Music by Slidesgo">
  <a:themeElements>
    <a:clrScheme name="Simple Light">
      <a:dk1>
        <a:srgbClr val="000000"/>
      </a:dk1>
      <a:lt1>
        <a:srgbClr val="DDDCDA"/>
      </a:lt1>
      <a:dk2>
        <a:srgbClr val="CACAC7"/>
      </a:dk2>
      <a:lt2>
        <a:srgbClr val="000000"/>
      </a:lt2>
      <a:accent1>
        <a:srgbClr val="DDDCDA"/>
      </a:accent1>
      <a:accent2>
        <a:srgbClr val="CACAC7"/>
      </a:accent2>
      <a:accent3>
        <a:srgbClr val="000000"/>
      </a:accent3>
      <a:accent4>
        <a:srgbClr val="DDDCDA"/>
      </a:accent4>
      <a:accent5>
        <a:srgbClr val="CACAC7"/>
      </a:accent5>
      <a:accent6>
        <a:srgbClr val="000000"/>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448</TotalTime>
  <Words>1072</Words>
  <Application>Microsoft Office PowerPoint</Application>
  <PresentationFormat>On-screen Show (16:9)</PresentationFormat>
  <Paragraphs>96</Paragraphs>
  <Slides>22</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Lato Black</vt:lpstr>
      <vt:lpstr>Roboto Slab Medium</vt:lpstr>
      <vt:lpstr>Palanquin Dark</vt:lpstr>
      <vt:lpstr>Roboto Slab</vt:lpstr>
      <vt:lpstr>Calibri</vt:lpstr>
      <vt:lpstr>Arial</vt:lpstr>
      <vt:lpstr>Roboto</vt:lpstr>
      <vt:lpstr>French Classical Music by Slidesgo</vt:lpstr>
      <vt:lpstr>PowerPoint Presentation</vt:lpstr>
      <vt:lpstr>About me </vt:lpstr>
      <vt:lpstr>Experience and linkedin and GitHub URLs</vt:lpstr>
      <vt:lpstr>Objective of the project</vt:lpstr>
      <vt:lpstr>ER Diagram</vt:lpstr>
      <vt:lpstr>Schema Explanation</vt:lpstr>
      <vt:lpstr>Key analysis questions</vt:lpstr>
      <vt:lpstr>1. Who is the senior most employee based on job title?</vt:lpstr>
      <vt:lpstr>2. Which countries have the most Invoices?</vt:lpstr>
      <vt:lpstr>3. What are the top 3 values of total invoice?</vt:lpstr>
      <vt:lpstr>4. Which city has the best customers? - We would like to throw a promotional Music Festival in the city we made the most money.  Write a query that returns one city that has the highest sum of invoice totals.  Return both the city name &amp; sum of all invoice totals</vt:lpstr>
      <vt:lpstr>5.  ? The customer who has spent the most money will be declared the best customer. Write a query that returns the person who has spent the most money.</vt:lpstr>
      <vt:lpstr>6. Write a query to return the email, first name, last name, &amp; Genre of all Rock Music listeners. -- Return your list ordered alphabetically by email starting with A</vt:lpstr>
      <vt:lpstr>7. Let's invite the artists who have written the most rock music in our dataset.-- Write a query that returns the Artist name and total track count of the top 10 rock bands</vt:lpstr>
      <vt:lpstr>8. Return all the track names that have a song length longer than the average song length.-- Return the Name and Milliseconds for each track. Order by the song length, with the longest songs listed first</vt:lpstr>
      <vt:lpstr>9. Find how much amount is spent by each customer on artists? Write a query to return customer name, artist name and total spent</vt:lpstr>
      <vt:lpstr> 10. We want to find out the most popular music Genre for each country.   -- We determine the most popular genre as the genre with the highest amount of purchases.  -- Write a query that returns each country along with the top Genre.   -- For countries where the maximum number of purchases is shared, return all Genres</vt:lpstr>
      <vt:lpstr>11. Write a query that determines the customer that has spent the most on music for each country.   -- Write a query that returns the country along with the top customer and how much they spent.   -- For countries where the top amount spent is shared, provide all customers who spent this amount</vt:lpstr>
      <vt:lpstr>Final Business Insights &amp; Recommendations </vt:lpstr>
      <vt:lpstr>conclusion</vt:lpstr>
      <vt:lpstr>Experience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Rama Sandeep</dc:creator>
  <cp:lastModifiedBy>Rama sandeep gavini</cp:lastModifiedBy>
  <cp:revision>4</cp:revision>
  <dcterms:modified xsi:type="dcterms:W3CDTF">2025-08-19T08:01:26Z</dcterms:modified>
</cp:coreProperties>
</file>